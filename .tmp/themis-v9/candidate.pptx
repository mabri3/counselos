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a2f2d5645f48cd" /><Relationship Type="http://schemas.openxmlformats.org/officeDocument/2006/relationships/extended-properties" Target="/docProps/app.xml" Id="Rd42a639e7afe4250" /><Relationship Type="http://schemas.openxmlformats.org/officeDocument/2006/relationships/officeDocument" Target="/ppt/presentation.xml" Id="R18662c64c8f045c6" /></Relationships>
</file>

<file path=ppt/presentation.xml><?xml version="1.0" encoding="utf-8"?>
<p:presentation xmlns:p="http://schemas.openxmlformats.org/presentationml/2006/main">
  <p:sldMasterIdLst>
    <p:sldMasterId xmlns:r="http://schemas.openxmlformats.org/officeDocument/2006/relationships" id="2147483648" r:id="R379f99cc28474b2e"/>
  </p:sldMasterIdLst>
  <p:notesMasterIdLst>
    <p:notesMasterId xmlns:r="http://schemas.openxmlformats.org/officeDocument/2006/relationships" r:id="R4af8d843cd2646bd"/>
  </p:notesMasterIdLst>
  <p:sldIdLst>
    <p:sldId xmlns:r="http://schemas.openxmlformats.org/officeDocument/2006/relationships" id="256" r:id="R016ea5b9146c41c5"/>
    <p:sldId xmlns:r="http://schemas.openxmlformats.org/officeDocument/2006/relationships" id="257" r:id="R3158167b43374507"/>
    <p:sldId xmlns:r="http://schemas.openxmlformats.org/officeDocument/2006/relationships" id="258" r:id="R2849a0fc2c234a7d"/>
    <p:sldId xmlns:r="http://schemas.openxmlformats.org/officeDocument/2006/relationships" id="259" r:id="R4ec981d6259f4339"/>
    <p:sldId xmlns:r="http://schemas.openxmlformats.org/officeDocument/2006/relationships" id="260" r:id="Rea6b780097284772"/>
    <p:sldId xmlns:r="http://schemas.openxmlformats.org/officeDocument/2006/relationships" id="261" r:id="Raaf08c2ca19d49f6"/>
    <p:sldId xmlns:r="http://schemas.openxmlformats.org/officeDocument/2006/relationships" id="262" r:id="Reb72249ac8ce4dca"/>
    <p:sldId xmlns:r="http://schemas.openxmlformats.org/officeDocument/2006/relationships" id="263" r:id="R827ea98f8ac84989"/>
    <p:sldId xmlns:r="http://schemas.openxmlformats.org/officeDocument/2006/relationships" id="264" r:id="Re08912bd674f49f2"/>
    <p:sldId xmlns:r="http://schemas.openxmlformats.org/officeDocument/2006/relationships" id="265" r:id="R3a34292535a2479a"/>
    <p:sldId xmlns:r="http://schemas.openxmlformats.org/officeDocument/2006/relationships" id="266" r:id="R4177b7e743f042ab"/>
    <p:sldId xmlns:r="http://schemas.openxmlformats.org/officeDocument/2006/relationships" id="267" r:id="R3e39472f221b4759"/>
    <p:sldId xmlns:r="http://schemas.openxmlformats.org/officeDocument/2006/relationships" id="268" r:id="R847c6dd0f5bc4232"/>
    <p:sldId xmlns:r="http://schemas.openxmlformats.org/officeDocument/2006/relationships" id="269" r:id="Rec2dd94e95cd4b1c"/>
    <p:sldId xmlns:r="http://schemas.openxmlformats.org/officeDocument/2006/relationships" id="270" r:id="R7800e16664534f49"/>
    <p:sldId xmlns:r="http://schemas.openxmlformats.org/officeDocument/2006/relationships" id="271" r:id="R6dad61ba19de47ea"/>
    <p:sldId xmlns:r="http://schemas.openxmlformats.org/officeDocument/2006/relationships" id="272" r:id="R074d8cdf3ef64e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c0fcca40424bd6" /><Relationship Type="http://schemas.openxmlformats.org/officeDocument/2006/relationships/slideMaster" Target="/ppt/slideMasters/slideMaster1.xml" Id="R379f99cc28474b2e" /><Relationship Type="http://schemas.openxmlformats.org/officeDocument/2006/relationships/notesMaster" Target="/ppt/notesMasters/notesMaster1.xml" Id="R4af8d843cd2646bd" /><Relationship Type="http://schemas.openxmlformats.org/officeDocument/2006/relationships/presProps" Target="/ppt/presProps.xml" Id="Rfc6aede2b8e84bfb" /><Relationship Type="http://schemas.openxmlformats.org/officeDocument/2006/relationships/tableStyles" Target="/ppt/tableStyles.xml" Id="R178f8807fb77454c" /><Relationship Type="http://schemas.openxmlformats.org/officeDocument/2006/relationships/slide" Target="/ppt/slides/slide1.xml" Id="R016ea5b9146c41c5" /><Relationship Type="http://schemas.openxmlformats.org/officeDocument/2006/relationships/slide" Target="/ppt/slides/slide2.xml" Id="R3158167b43374507" /><Relationship Type="http://schemas.openxmlformats.org/officeDocument/2006/relationships/slide" Target="/ppt/slides/slide3.xml" Id="R2849a0fc2c234a7d" /><Relationship Type="http://schemas.openxmlformats.org/officeDocument/2006/relationships/slide" Target="/ppt/slides/slide4.xml" Id="R4ec981d6259f4339" /><Relationship Type="http://schemas.openxmlformats.org/officeDocument/2006/relationships/slide" Target="/ppt/slides/slide5.xml" Id="Rea6b780097284772" /><Relationship Type="http://schemas.openxmlformats.org/officeDocument/2006/relationships/slide" Target="/ppt/slides/slide6.xml" Id="Raaf08c2ca19d49f6" /><Relationship Type="http://schemas.openxmlformats.org/officeDocument/2006/relationships/slide" Target="/ppt/slides/slide7.xml" Id="Reb72249ac8ce4dca" /><Relationship Type="http://schemas.openxmlformats.org/officeDocument/2006/relationships/slide" Target="/ppt/slides/slide8.xml" Id="R827ea98f8ac84989" /><Relationship Type="http://schemas.openxmlformats.org/officeDocument/2006/relationships/slide" Target="/ppt/slides/slide9.xml" Id="Re08912bd674f49f2" /><Relationship Type="http://schemas.openxmlformats.org/officeDocument/2006/relationships/slide" Target="/ppt/slides/slide10.xml" Id="R3a34292535a2479a" /><Relationship Type="http://schemas.openxmlformats.org/officeDocument/2006/relationships/slide" Target="/ppt/slides/slide11.xml" Id="R4177b7e743f042ab" /><Relationship Type="http://schemas.openxmlformats.org/officeDocument/2006/relationships/slide" Target="/ppt/slides/slide12.xml" Id="R3e39472f221b4759" /><Relationship Type="http://schemas.openxmlformats.org/officeDocument/2006/relationships/slide" Target="/ppt/slides/slide13.xml" Id="R847c6dd0f5bc4232" /><Relationship Type="http://schemas.openxmlformats.org/officeDocument/2006/relationships/slide" Target="/ppt/slides/slide14.xml" Id="Rec2dd94e95cd4b1c" /><Relationship Type="http://schemas.openxmlformats.org/officeDocument/2006/relationships/slide" Target="/ppt/slides/slide15.xml" Id="R7800e16664534f49" /><Relationship Type="http://schemas.openxmlformats.org/officeDocument/2006/relationships/slide" Target="/ppt/slides/slide16.xml" Id="R6dad61ba19de47ea" /><Relationship Type="http://schemas.openxmlformats.org/officeDocument/2006/relationships/slide" Target="/ppt/slides/slide17.xml" Id="R074d8cdf3ef64e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87d987811c4c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5a659aa9764fc2" /><Relationship Type="http://schemas.openxmlformats.org/officeDocument/2006/relationships/notesMaster" Target="/ppt/notesMasters/notesMaster1.xml" Id="Ra689467bb1be43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7689a32dee43e2" /><Relationship Type="http://schemas.openxmlformats.org/officeDocument/2006/relationships/notesMaster" Target="/ppt/notesMasters/notesMaster1.xml" Id="R88f49a27881a47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30523200d14d60" /><Relationship Type="http://schemas.openxmlformats.org/officeDocument/2006/relationships/notesMaster" Target="/ppt/notesMasters/notesMaster1.xml" Id="R69104e9ea76948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cc3ecd1eb540c4" /><Relationship Type="http://schemas.openxmlformats.org/officeDocument/2006/relationships/notesMaster" Target="/ppt/notesMasters/notesMaster1.xml" Id="Rae60485386774f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d5180b9057440f" /><Relationship Type="http://schemas.openxmlformats.org/officeDocument/2006/relationships/notesMaster" Target="/ppt/notesMasters/notesMaster1.xml" Id="Raf0618cfcf5442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8d23d62c6a4594" /><Relationship Type="http://schemas.openxmlformats.org/officeDocument/2006/relationships/notesMaster" Target="/ppt/notesMasters/notesMaster1.xml" Id="Rf1d924c118fb48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d14f75ce2c4a1d" /><Relationship Type="http://schemas.openxmlformats.org/officeDocument/2006/relationships/notesMaster" Target="/ppt/notesMasters/notesMaster1.xml" Id="R0d03c938be4644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7ce9caed954d85" /><Relationship Type="http://schemas.openxmlformats.org/officeDocument/2006/relationships/notesMaster" Target="/ppt/notesMasters/notesMaster1.xml" Id="R8d25abe9615e45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39b68b0fa24e10" /><Relationship Type="http://schemas.openxmlformats.org/officeDocument/2006/relationships/notesMaster" Target="/ppt/notesMasters/notesMaster1.xml" Id="R3929b36b612a45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3b3d2b39464aae" /><Relationship Type="http://schemas.openxmlformats.org/officeDocument/2006/relationships/notesMaster" Target="/ppt/notesMasters/notesMaster1.xml" Id="R5f0ec4ad2f954e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0b8ce94b4340a7" /><Relationship Type="http://schemas.openxmlformats.org/officeDocument/2006/relationships/notesMaster" Target="/ppt/notesMasters/notesMaster1.xml" Id="Raa54964b0f6b44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a9d31b09b54e6a" /><Relationship Type="http://schemas.openxmlformats.org/officeDocument/2006/relationships/notesMaster" Target="/ppt/notesMasters/notesMaster1.xml" Id="Ra40ba730e8b145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38774620364113" /><Relationship Type="http://schemas.openxmlformats.org/officeDocument/2006/relationships/notesMaster" Target="/ppt/notesMasters/notesMaster1.xml" Id="Re21ae52d95bd4c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88f02c588a43a3" /><Relationship Type="http://schemas.openxmlformats.org/officeDocument/2006/relationships/notesMaster" Target="/ppt/notesMasters/notesMaster1.xml" Id="R24f8458670734d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108a09002f4356" /><Relationship Type="http://schemas.openxmlformats.org/officeDocument/2006/relationships/notesMaster" Target="/ppt/notesMasters/notesMaster1.xml" Id="Re10abc63ed8c41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a7af1656da4734" /><Relationship Type="http://schemas.openxmlformats.org/officeDocument/2006/relationships/notesMaster" Target="/ppt/notesMasters/notesMaster1.xml" Id="R00004281a6614c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eaae3d36bc4cd0" /><Relationship Type="http://schemas.openxmlformats.org/officeDocument/2006/relationships/notesMaster" Target="/ppt/notesMasters/notesMaster1.xml" Id="Rb508db34b69d4c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Associate describes the intended working relationship, not a human employee.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Illustrative launch request, not a customer quotation. Founder thesis supported directionally by brand_pitch.md and four exploratory counsel interviews in output/research/raw/interviews/in-house-counsel/. Interviews describe unfamiliar legal questions, incomplete intake, verification effort and the importance of business context. They do not establish prevalence or customer traction. The pain is reaching grounded readiness to advise under time pressure, not research being inherently valueless.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brand_pitch.md, docs/PRD.md, vault/00_System/user.md and the founder’s current direction. A strong associate adapts to the partner’s style, rather than requiring the partner to learn a new method.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06ae8b1c8e4e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664c73aaeb4f2e" /><Relationship Type="http://schemas.openxmlformats.org/officeDocument/2006/relationships/slideLayout" Target="/ppt/slideLayouts/slideLayout1.xml" Id="R5e0f929fabbc4c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0f929fabbc4c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035ebe5c7142f8" /><Relationship Type="http://schemas.openxmlformats.org/officeDocument/2006/relationships/image" Target="/ppt/media/image.png" Id="R962dff85300b4e53" /><Relationship Type="http://schemas.openxmlformats.org/officeDocument/2006/relationships/notesSlide" Target="/ppt/notesSlides/notesSlide1.xml" Id="R4b3bb35c041b40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5a6fbc3b2d4446" /><Relationship Type="http://schemas.openxmlformats.org/officeDocument/2006/relationships/notesSlide" Target="/ppt/notesSlides/notesSlide2.xml" Id="Rb1acc387595e40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4251e63fd74b9a" /><Relationship Type="http://schemas.openxmlformats.org/officeDocument/2006/relationships/notesSlide" Target="/ppt/notesSlides/notesSlide3.xml" Id="Recbcd752fee649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778bb4be4e45e2" /><Relationship Type="http://schemas.openxmlformats.org/officeDocument/2006/relationships/notesSlide" Target="/ppt/notesSlides/notesSlide4.xml" Id="R1f5765d5748e4a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6a0e306ae041e3" /><Relationship Type="http://schemas.openxmlformats.org/officeDocument/2006/relationships/image" Target="/ppt/media/image2.png" Id="Rcd0f23b822aa408f" /><Relationship Type="http://schemas.openxmlformats.org/officeDocument/2006/relationships/notesSlide" Target="/ppt/notesSlides/notesSlide5.xml" Id="Rd193ac8eb72a46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16e702758e4f0c" /><Relationship Type="http://schemas.openxmlformats.org/officeDocument/2006/relationships/notesSlide" Target="/ppt/notesSlides/notesSlide6.xml" Id="Rfccb5248242f47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8d615b48f94737" /><Relationship Type="http://schemas.openxmlformats.org/officeDocument/2006/relationships/notesSlide" Target="/ppt/notesSlides/notesSlide7.xml" Id="R5ce97fb9125440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c43b333dba466d" /><Relationship Type="http://schemas.openxmlformats.org/officeDocument/2006/relationships/notesSlide" Target="/ppt/notesSlides/notesSlide8.xml" Id="R27821ef6411141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d9af504fc847ae" /><Relationship Type="http://schemas.openxmlformats.org/officeDocument/2006/relationships/notesSlide" Target="/ppt/notesSlides/notesSlide9.xml" Id="Raf51accd5d0843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1729cdaf754629" /><Relationship Type="http://schemas.openxmlformats.org/officeDocument/2006/relationships/notesSlide" Target="/ppt/notesSlides/notesSlide10.xml" Id="R08b77499ca1046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4ad07f496a42d9" /><Relationship Type="http://schemas.openxmlformats.org/officeDocument/2006/relationships/notesSlide" Target="/ppt/notesSlides/notesSlide11.xml" Id="R2b795090b2b648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b1d955e09574c46" /><Relationship Type="http://schemas.openxmlformats.org/officeDocument/2006/relationships/notesSlide" Target="/ppt/notesSlides/notesSlide12.xml" Id="R7db0f9870c2343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ef1ccfc8464354" /><Relationship Type="http://schemas.openxmlformats.org/officeDocument/2006/relationships/notesSlide" Target="/ppt/notesSlides/notesSlide13.xml" Id="Rbe1d3d3681e24e8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9644dd0cd54f68" /><Relationship Type="http://schemas.openxmlformats.org/officeDocument/2006/relationships/notesSlide" Target="/ppt/notesSlides/notesSlide14.xml" Id="Rf20a9c8d55a140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d120d49acd54179" /><Relationship Type="http://schemas.openxmlformats.org/officeDocument/2006/relationships/notesSlide" Target="/ppt/notesSlides/notesSlide15.xml" Id="R682dda45fbcc43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9f2374b25c4253" /><Relationship Type="http://schemas.openxmlformats.org/officeDocument/2006/relationships/image" Target="/ppt/media/image3.png" Id="Racfbfef2af4e4739" /><Relationship Type="http://schemas.openxmlformats.org/officeDocument/2006/relationships/notesSlide" Target="/ppt/notesSlides/notesSlide16.xml" Id="R9a1bb4d371194e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195e5fb014b4c25" /><Relationship Type="http://schemas.openxmlformats.org/officeDocument/2006/relationships/notesSlide" Target="/ppt/notesSlides/notesSlide17.xml" Id="R458917a31baa4bf7"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62dff85300b4e5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952127-2362-47A4-8B09-BD300CC37B31}"/>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F050A25A-2138-434D-86A6-9B65BC454B9F}"/>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6FB5972-54BD-421A-9C4B-D149FAC7C9F9}"/>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EB773F0C-57A4-4098-9525-5DAB908BFF26}"/>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associate</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5CF1B393-4AD1-42B1-900F-89A792B242F9}"/>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358B290B-7680-4ABE-9DCB-0FC621D47631}"/>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44441693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942EA9-415A-42C0-BB0C-F391C3BEE46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75A76CB6-4E4A-4923-AADD-4CE8EB3723E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business asks, “Can we ship Friday?”</a:t>
            </a:r>
          </a:p>
        </p:txBody>
      </p:sp>
      <p:sp>
        <p:nvSpPr>
          <p:cNvPr id="3" name="">
            <a:extLst xmlns:a="http://schemas.openxmlformats.org/drawingml/2006/main">
              <a:ext uri="{FF2B5EF4-FFF2-40B4-BE49-F238E27FC236}">
                <a16:creationId xmlns:a16="http://schemas.microsoft.com/office/drawing/2014/main" id="{DC845BE0-EBBC-4083-B389-8A9811D48A5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539DE8A-36E0-48CE-A222-1C6DA517CDC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404BFCD-DFBD-4E57-BDA0-10ADB87D040E}"/>
              </a:ext>
            </a:extLst>
          </p:cNvPr>
          <p:cNvSpPr>
            <a:spLocks xmlns:a="http://schemas.openxmlformats.org/drawingml/2006/main" noGrp="1"/>
          </p:cNvSpPr>
          <p:nvPr/>
        </p:nvSpPr>
        <p:spPr>
          <a:xfrm xmlns:a="http://schemas.openxmlformats.org/drawingml/2006/main">
            <a:off x="609600" y="2276475"/>
            <a:ext cx="10429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 lawyer needs to know</a:t>
            </a:r>
          </a:p>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what could change the answer.</a:t>
            </a:r>
          </a:p>
        </p:txBody>
      </p:sp>
      <p:sp>
        <p:nvSpPr>
          <p:cNvPr id="6" name="">
            <a:extLst xmlns:a="http://schemas.openxmlformats.org/drawingml/2006/main">
              <a:ext uri="{FF2B5EF4-FFF2-40B4-BE49-F238E27FC236}">
                <a16:creationId xmlns:a16="http://schemas.microsoft.com/office/drawing/2014/main" id="{FDCF548A-160A-4FC1-AFF8-C3DF6B2D66C0}"/>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BEFORE GIVING THE ADVICE</a:t>
            </a:r>
          </a:p>
        </p:txBody>
      </p:sp>
      <p:sp>
        <p:nvSpPr>
          <p:cNvPr id="7" name="">
            <a:extLst xmlns:a="http://schemas.openxmlformats.org/drawingml/2006/main">
              <a:ext uri="{FF2B5EF4-FFF2-40B4-BE49-F238E27FC236}">
                <a16:creationId xmlns:a16="http://schemas.microsoft.com/office/drawing/2014/main" id="{9A4E06B4-0D3E-43AA-A820-C559C3D9567C}"/>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Which facts matter? What have we missed?</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What are the options and their tradeoffs?</a:t>
            </a:r>
          </a:p>
        </p:txBody>
      </p:sp>
      <p:sp>
        <p:nvSpPr>
          <p:cNvPr id="8" name="">
            <a:extLst xmlns:a="http://schemas.openxmlformats.org/drawingml/2006/main">
              <a:ext uri="{FF2B5EF4-FFF2-40B4-BE49-F238E27FC236}">
                <a16:creationId xmlns:a16="http://schemas.microsoft.com/office/drawing/2014/main" id="{1C67A361-19AC-414F-902A-EA3162979CCD}"/>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WITHOUT AN ASSOCIATE</a:t>
            </a:r>
          </a:p>
        </p:txBody>
      </p:sp>
      <p:sp>
        <p:nvSpPr>
          <p:cNvPr id="9" name="">
            <a:extLst xmlns:a="http://schemas.openxmlformats.org/drawingml/2006/main">
              <a:ext uri="{FF2B5EF4-FFF2-40B4-BE49-F238E27FC236}">
                <a16:creationId xmlns:a16="http://schemas.microsoft.com/office/drawing/2014/main" id="{82CF3F02-9B19-46DD-9765-1CA983B92806}"/>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same lawyer must investigate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issue and help the business</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decide what to do.</a:t>
            </a:r>
          </a:p>
        </p:txBody>
      </p:sp>
      <p:sp>
        <p:nvSpPr>
          <p:cNvPr id="10" name="">
            <a:extLst xmlns:a="http://schemas.openxmlformats.org/drawingml/2006/main">
              <a:ext uri="{FF2B5EF4-FFF2-40B4-BE49-F238E27FC236}">
                <a16:creationId xmlns:a16="http://schemas.microsoft.com/office/drawing/2014/main" id="{21D04122-76ED-492D-9363-88CFC52F1943}"/>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1142422749"/>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95A2C7D-1977-4846-A279-F1327736DD7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1D230B24-1F59-4437-B1E1-12AFDE2A071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associate, built around the lawyer</a:t>
            </a:r>
          </a:p>
        </p:txBody>
      </p:sp>
      <p:sp>
        <p:nvSpPr>
          <p:cNvPr id="3" name="">
            <a:extLst xmlns:a="http://schemas.openxmlformats.org/drawingml/2006/main">
              <a:ext uri="{FF2B5EF4-FFF2-40B4-BE49-F238E27FC236}">
                <a16:creationId xmlns:a16="http://schemas.microsoft.com/office/drawing/2014/main" id="{EF9A9257-B122-40F7-8820-534DB8C808F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3A6AE0E-17FF-43D5-BC6E-5686FCF42E7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2003469-43C5-4751-97EE-18B879395692}"/>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working partner.</a:t>
            </a:r>
          </a:p>
        </p:txBody>
      </p:sp>
      <p:sp>
        <p:nvSpPr>
          <p:cNvPr id="6" name="">
            <a:extLst xmlns:a="http://schemas.openxmlformats.org/drawingml/2006/main">
              <a:ext uri="{FF2B5EF4-FFF2-40B4-BE49-F238E27FC236}">
                <a16:creationId xmlns:a16="http://schemas.microsoft.com/office/drawing/2014/main" id="{5AC0092C-EC89-4EBF-89B2-87F17322C8E2}"/>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39192C66-BA4E-4913-9964-B98E1B048833}"/>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320EEC35-79F5-491A-A6CE-399FE7A80CBA}"/>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B5CFFCAE-0906-476D-9820-5BF9BD052614}"/>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D9B33186-19A3-4855-A199-DC920145A18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778243807"/>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FFB1A7-54F8-47C9-9514-17CCE9B7BB4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ED6FDAF4-5FC6-44F4-9744-F92D3BAE737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8378DB32-EABD-47C8-8FC1-91E69903C1F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DD5C742-48A5-4259-90EC-BECF2167128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AE05646-A0A5-431F-B3E4-166600A3394E}"/>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80669834-9607-4D00-B259-4DEE074399C1}"/>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2787A1F0-38E6-4E64-A454-FA71B391FDBA}"/>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8EDAE8E2-4DC9-49DC-899C-58A3E130BE55}"/>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4FD9DC00-4498-44F8-A352-2C70B42323C8}"/>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48C198EB-7ACF-4303-9811-8C4523436084}"/>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41981170-F581-4FF8-A0BE-83854D061974}"/>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A18979E2-317A-44F8-B2C8-066606F3008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1062540457"/>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57FF5B-8252-47E8-BC9F-B0352E0B911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WORKING PROTOTYPE</a:t>
            </a:r>
          </a:p>
        </p:txBody>
      </p:sp>
      <p:sp>
        <p:nvSpPr>
          <p:cNvPr id="2" name="">
            <a:extLst xmlns:a="http://schemas.openxmlformats.org/drawingml/2006/main">
              <a:ext uri="{FF2B5EF4-FFF2-40B4-BE49-F238E27FC236}">
                <a16:creationId xmlns:a16="http://schemas.microsoft.com/office/drawing/2014/main" id="{6897B2C7-F35F-48F6-BFE4-88F063FDA43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lawyer has a basis for the advice</a:t>
            </a:r>
          </a:p>
        </p:txBody>
      </p:sp>
      <p:sp>
        <p:nvSpPr>
          <p:cNvPr id="3" name="">
            <a:extLst xmlns:a="http://schemas.openxmlformats.org/drawingml/2006/main">
              <a:ext uri="{FF2B5EF4-FFF2-40B4-BE49-F238E27FC236}">
                <a16:creationId xmlns:a16="http://schemas.microsoft.com/office/drawing/2014/main" id="{FA74E8B3-8B8C-4975-B5B1-120919DE6CC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36C7CBA-90CC-488E-BE19-F2F3F77D83B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d0f23b822aa408f"/>
          <a:stretch xmlns:a="http://schemas.openxmlformats.org/drawingml/2006/main"/>
        </p:blipFill>
        <p:spPr>
          <a:xfrm xmlns:a="http://schemas.openxmlformats.org/drawingml/2006/main">
            <a:off x="3082671" y="2428875"/>
            <a:ext cx="3264408" cy="34004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88BABD1-CBB8-4B53-9282-A8D12728CB72}"/>
              </a:ext>
            </a:extLst>
          </p:cNvPr>
          <p:cNvSpPr>
            <a:spLocks xmlns:a="http://schemas.openxmlformats.org/drawingml/2006/main" noGrp="1"/>
          </p:cNvSpPr>
          <p:nvPr/>
        </p:nvSpPr>
        <p:spPr>
          <a:xfrm xmlns:a="http://schemas.openxmlformats.org/drawingml/2006/main">
            <a:off x="9182100" y="2457450"/>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RELAY DEMO</a:t>
            </a:r>
          </a:p>
        </p:txBody>
      </p:sp>
      <p:sp>
        <p:nvSpPr>
          <p:cNvPr id="7" name="">
            <a:extLst xmlns:a="http://schemas.openxmlformats.org/drawingml/2006/main">
              <a:ext uri="{FF2B5EF4-FFF2-40B4-BE49-F238E27FC236}">
                <a16:creationId xmlns:a16="http://schemas.microsoft.com/office/drawing/2014/main" id="{54F54CE4-3896-47D5-B0FF-225FFDA75120}"/>
              </a:ext>
            </a:extLst>
          </p:cNvPr>
          <p:cNvSpPr>
            <a:spLocks xmlns:a="http://schemas.openxmlformats.org/drawingml/2006/main" noGrp="1"/>
          </p:cNvSpPr>
          <p:nvPr/>
        </p:nvSpPr>
        <p:spPr>
          <a:xfrm xmlns:a="http://schemas.openxmlformats.org/drawingml/2006/main">
            <a:off x="9182100" y="2924175"/>
            <a:ext cx="23622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 draft note sets out</a:t>
            </a:r>
          </a:p>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 proposed path</a:t>
            </a:r>
          </a:p>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and its conditions.</a:t>
            </a:r>
          </a:p>
        </p:txBody>
      </p:sp>
      <p:sp>
        <p:nvSpPr>
          <p:cNvPr id="8" name="">
            <a:extLst xmlns:a="http://schemas.openxmlformats.org/drawingml/2006/main">
              <a:ext uri="{FF2B5EF4-FFF2-40B4-BE49-F238E27FC236}">
                <a16:creationId xmlns:a16="http://schemas.microsoft.com/office/drawing/2014/main" id="{830F241D-101A-409A-B95D-57CE78AFDCF5}"/>
              </a:ext>
            </a:extLst>
          </p:cNvPr>
          <p:cNvSpPr>
            <a:spLocks xmlns:a="http://schemas.openxmlformats.org/drawingml/2006/main" noGrp="1"/>
          </p:cNvSpPr>
          <p:nvPr/>
        </p:nvSpPr>
        <p:spPr>
          <a:xfrm xmlns:a="http://schemas.openxmlformats.org/drawingml/2006/main">
            <a:off x="9182100" y="4591050"/>
            <a:ext cx="23622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The lawyer can</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weigh the path</a:t>
            </a:r>
          </a:p>
          <a:p xmlns:a="http://schemas.openxmlformats.org/drawingml/2006/main">
            <a:pPr>
              <a:lnSpc>
                <a:spcPct val="108000"/>
              </a:lnSpc>
              <a:buNone/>
              <a:defRPr sz="1875" b="1">
                <a:solidFill>
                  <a:srgbClr val="4169A4"/>
                </a:solidFill>
                <a:latin typeface="Georgia"/>
                <a:ea typeface="Georgia"/>
                <a:cs typeface="Georgia"/>
              </a:defRPr>
            </a:pPr>
            <a:r>
              <a:rPr sz="1875" b="1">
                <a:solidFill>
                  <a:srgbClr val="4169A4"/>
                </a:solidFill>
                <a:latin typeface="Georgia"/>
                <a:ea typeface="Georgia"/>
                <a:cs typeface="Georgia"/>
              </a:rPr>
              <a:t>before advising.</a:t>
            </a:r>
          </a:p>
        </p:txBody>
      </p:sp>
      <p:sp>
        <p:nvSpPr>
          <p:cNvPr id="9" name="">
            <a:extLst xmlns:a="http://schemas.openxmlformats.org/drawingml/2006/main">
              <a:ext uri="{FF2B5EF4-FFF2-40B4-BE49-F238E27FC236}">
                <a16:creationId xmlns:a16="http://schemas.microsoft.com/office/drawing/2014/main" id="{B0B4529D-AA35-4734-AACF-D4FD47F7DEAC}"/>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Actual prototype capture. Fictional seeded demo content, including the separate draft decision note.</a:t>
            </a:r>
          </a:p>
        </p:txBody>
      </p:sp>
    </p:spTree>
    <p:extLst>
      <p:ext uri="{BB962C8B-B14F-4D97-AF65-F5344CB8AC3E}">
        <p14:creationId xmlns:p14="http://schemas.microsoft.com/office/powerpoint/2010/main" val="1868516091"/>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F831C5-916D-4A82-8282-C36C8FA6925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6E2A9EFC-FF51-4446-B32F-0DFED315592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79921B60-68DD-4757-9FD2-1C5619F99073}"/>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CAE2F06-6E30-48FF-82DA-8EC3B0671B7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8BB1A51-B039-4110-A64F-DD99A6BEB589}"/>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210AA7B3-444B-48B0-AB20-3D39B41BCADA}"/>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C5D76BCD-0758-48F6-B2F3-075900D50913}"/>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34B167A2-8A88-408E-A28B-075C8D60F742}"/>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22ECC3F4-75A3-4832-9CB1-6F6F46EBE21C}"/>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E488CE75-D642-4099-9229-BFCA48B584A0}"/>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DC8C133F-E533-4FCE-BE6C-9C048E91F9B8}"/>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9D46FB4A-AAFD-40C9-AAD5-B53B19D77B6D}"/>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DBEE9A35-3875-4CFC-B827-5AE4C60CF69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375457420"/>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CBA55D-5F0B-4893-B5D7-B70C3A87181B}"/>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5A9988F9-BC7D-41F6-AE78-741CA70AFAD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FFC0F5DE-65D9-424F-821C-560D47D4595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820F8B2-C01D-40D1-B3A6-F1A3648900EE}"/>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F801DD6-38E5-4DDC-A3D7-29E8C670ED85}"/>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BDD25BC4-51BA-401C-BB83-A6AA2A6784D1}"/>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C1C9B5EF-EA98-4016-8E9E-0BD4B3DAFB2A}"/>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0C679ADA-1B0C-42BF-9336-36F56BAFF873}"/>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593E1A9C-425B-4372-B48A-5B8E9910C50F}"/>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associate small legal teams turn to as they work through decisions.</a:t>
            </a:r>
          </a:p>
        </p:txBody>
      </p:sp>
      <p:sp>
        <p:nvSpPr>
          <p:cNvPr id="10" name="">
            <a:extLst xmlns:a="http://schemas.openxmlformats.org/drawingml/2006/main">
              <a:ext uri="{FF2B5EF4-FFF2-40B4-BE49-F238E27FC236}">
                <a16:creationId xmlns:a16="http://schemas.microsoft.com/office/drawing/2014/main" id="{FF0E5115-3A8D-4DDD-BB3B-0C6AD4B0DCB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129775732"/>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8EAA0B-A23E-4ED2-B79C-ACDA5378FE6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45547ED4-902E-492A-BFBF-DBE9032ECEE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5D24A343-AEB7-4FCD-AA4D-1C56CC40103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A6C1B78-BDBE-4F02-9720-1800650E845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962E6EA-F78C-4D9D-B7C7-093805A62407}"/>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109B899C-8242-4747-A23C-701843B00925}"/>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0823B907-31FA-46C9-B32A-876A72281ED5}"/>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531FCAAD-874C-4142-AD92-3635B8AF3768}"/>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2979ECD7-7191-4B17-BC58-A2168A0FF2C8}"/>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AI tools, but little associate support.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8701ACD8-4003-4ECA-AC51-CFAA51D6CB5F}"/>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D5EDC8EB-B906-4396-97E2-29FBD8CAE900}"/>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506007702"/>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634701-AB13-48CC-87BB-21A53CB792F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0818C4A1-4DC4-43FB-BA32-28DD66FD0A6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subscription for associate support</a:t>
            </a:r>
          </a:p>
        </p:txBody>
      </p:sp>
      <p:sp>
        <p:nvSpPr>
          <p:cNvPr id="3" name="">
            <a:extLst xmlns:a="http://schemas.openxmlformats.org/drawingml/2006/main">
              <a:ext uri="{FF2B5EF4-FFF2-40B4-BE49-F238E27FC236}">
                <a16:creationId xmlns:a16="http://schemas.microsoft.com/office/drawing/2014/main" id="{00D2DA49-009D-4F33-85C7-D3C97735736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332B7D2-868C-41E8-B798-BD93D2F7B6D1}"/>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C6A120FC-8657-456F-828F-83F920845F25}"/>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B0409596-B03D-4BA5-9821-A4B8D7EABE82}"/>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47418FF8-89E2-4418-97A2-7DA386FEDCB5}"/>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8F385E6C-F076-46D4-A61A-0EFF91ACE8EC}"/>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3B20B74A-C1AC-456B-A0D2-F4A5637F6CE8}"/>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994E5BA4-B0B3-47B2-930A-988D003A8941}"/>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21779C5E-41AA-414F-9991-62CF9C1CBB6D}"/>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00FE3BE9-922D-41DE-BAA8-B44DE0096824}"/>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200836268"/>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C800B1-792F-44B1-82D2-BBF376AAF5E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193BC9DB-13AC-4149-AA9A-18A68134DF6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1381A22F-6C25-4ADF-A5A0-D25F1B5F283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56B6B4C-C6CD-49FF-BCC1-60181F3D395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E337B86-F64C-4803-B59C-736280EDD4D6}"/>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E8A73861-B495-4A3A-A455-2CAFC37247AB}"/>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186E7776-241B-421D-978B-0EA082CB6B03}"/>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E85F5992-3A04-4E03-8D0A-E5B7987D34D8}"/>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9664168E-122D-43A2-A664-5AE033F82B78}"/>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CA5448EA-377D-4EE8-AF51-30EEA99FDFA1}"/>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45A05860-2CA0-48C7-8769-405731AA036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512646166"/>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02C4A4-B389-4E52-BA4A-2FD08C7D337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CDE13653-C25F-4754-A9C0-6A187D5488A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B02A300D-4AA3-4478-A7A9-B5A46D2CD561}"/>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000DD5D-6EA1-4BC4-AB6B-161A2F2BE3B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E2A76FC-F0DD-49A4-9959-44F34D2AC039}"/>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33816052-6C1C-4A91-B4A5-162EBAEB5A05}"/>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22ED218C-9C13-407A-B23C-09E003E06C33}"/>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E9744A6F-C6D7-4843-BB86-2E0431558B35}"/>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379FA201-3412-47BD-9BDC-D5F24156A01F}"/>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8F728F9D-DB34-40E9-816E-CF68CDCB5A6F}"/>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1F0AB6FF-E3CF-4519-BE4D-2180C66F98A9}"/>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23799DBE-E531-4108-A7C5-A74CF1AF4E81}"/>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4980309B-402B-4CA3-AF0F-94B5DDB71445}"/>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939D20F3-9640-408E-B2DE-34F49926E28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550052459"/>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92E8A3-4AB5-4EB5-8900-75FB1AC9028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5612E66F-2141-4DD3-A424-7878747E9F1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AD0A1229-0B44-4747-B4C1-F1D68636EEAB}"/>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7AF586E-2F0E-4B97-8D17-E6C3F7820B9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81EC7CC-F8ED-43D7-BBAD-46A8BA7D6038}"/>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4531AD06-C8CC-4EE8-9723-5C99CD1DFF0C}"/>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0F382463-1333-48F4-ADD9-D0FCC655E3AF}"/>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3BC2DF8A-23F1-49C7-B08C-13B45DDB413E}"/>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4B3F98A1-F66E-4D93-92C7-DB32548EA54C}"/>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8A6BBF2D-12C8-4C5F-B2E7-749A4F626D0F}"/>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777789983"/>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8FE447-C416-4C57-8D2D-247B36AA0BD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F3979CBE-47EB-41A8-A3C9-E71FF58F97E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85710E0F-907D-4A21-A640-D39E0408011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C810790-A8B4-4940-918A-0347CD9705D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20C4CA2-3CE1-4F54-BB28-4FA93A01B70B}"/>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194AAC96-3613-4508-9963-E3FAA55070AE}"/>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BF1CC620-6926-40FA-9559-DFB82790887D}"/>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4A4917DA-00AB-4A4A-9DD6-B9D37DDAD1A3}"/>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6C7F5D0A-0A1C-4C0D-B6B1-93B4D6CD2FB5}"/>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3F3388F1-4FDB-48A8-BC02-39057340C142}"/>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709D925C-CBEA-4F38-8D7F-D782A333973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1866216130"/>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491E68-F60A-4EC0-B32E-070BAB31165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B1935434-9716-4A09-8135-D250103F759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Associate support for the small legal team</a:t>
            </a:r>
          </a:p>
        </p:txBody>
      </p:sp>
      <p:sp>
        <p:nvSpPr>
          <p:cNvPr id="3" name="">
            <a:extLst xmlns:a="http://schemas.openxmlformats.org/drawingml/2006/main">
              <a:ext uri="{FF2B5EF4-FFF2-40B4-BE49-F238E27FC236}">
                <a16:creationId xmlns:a16="http://schemas.microsoft.com/office/drawing/2014/main" id="{4E3DD0E9-37A6-46EA-93AC-3D6F1D48153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F4B5308-567A-4684-820E-A61B569A9DB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ACC523DC-8027-4019-B18F-55778092FAF9}"/>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B3B4190E-F943-4E1D-8FC2-2C17757E801E}"/>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D9ADEFAE-3F5F-4C0F-ACD9-3AEF77723BEE}"/>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081A6F8C-ED37-4405-85BA-35D0B47F5300}"/>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335B7CF4-4C1D-40D9-B429-98F6254E7870}"/>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13210243"/>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900D01-E899-47AC-9EA4-F3349AACAF3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2C43B927-9473-44A3-BAF9-041C44065D8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83E67AF8-9DAD-4F0C-9605-B09F61EC40D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8369C79-04CC-4FC5-8ACA-B3FDD55CEC5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D7DB4065-802A-4C50-8CBD-7E3A515D3D5E}"/>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155112021"/>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cfbfef2af4e4739"/>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646170347"/>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0182FD-1E53-4D56-BC77-9E932FDBB6B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8B470EB7-69BA-4349-8FD8-F711A9181D19}"/>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88FB687D-CB7F-4C7B-B9E7-826E0F4B14F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F30996F-5A7F-48A4-AF58-2A2CD4D436F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A98E2BB6-AFDD-445F-A777-2AC218B940E6}"/>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86BA056E-7A0A-498E-8160-673212925455}"/>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C991A6FE-EAF3-4737-B446-0489EC2970FA}"/>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B6CD60E3-78FB-46D0-844A-4D7EB7C14DB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1700555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2026-09-05T02:58:42.4020000Z</dcterms:created>
  <dcterms:modified xsi:type="dcterms:W3CDTF">2026-09-05T02:58:42.4020000Z</dcterms:modified>
</coreProperties>
</file>