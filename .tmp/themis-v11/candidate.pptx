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afb3d11f734947" /><Relationship Type="http://schemas.openxmlformats.org/officeDocument/2006/relationships/extended-properties" Target="/docProps/app.xml" Id="R0ee7993ff9644ace" /><Relationship Type="http://schemas.openxmlformats.org/officeDocument/2006/relationships/officeDocument" Target="/ppt/presentation.xml" Id="Rdb7a2c892d124e3d" /></Relationships>
</file>

<file path=ppt/presentation.xml><?xml version="1.0" encoding="utf-8"?>
<p:presentation xmlns:p="http://schemas.openxmlformats.org/presentationml/2006/main">
  <p:sldMasterIdLst>
    <p:sldMasterId xmlns:r="http://schemas.openxmlformats.org/officeDocument/2006/relationships" id="2147483648" r:id="Rdf1802959ca84407"/>
  </p:sldMasterIdLst>
  <p:notesMasterIdLst>
    <p:notesMasterId xmlns:r="http://schemas.openxmlformats.org/officeDocument/2006/relationships" r:id="R054b13cfee5843f0"/>
  </p:notesMasterIdLst>
  <p:sldIdLst>
    <p:sldId xmlns:r="http://schemas.openxmlformats.org/officeDocument/2006/relationships" id="256" r:id="Rfbf4fe36817c448f"/>
    <p:sldId xmlns:r="http://schemas.openxmlformats.org/officeDocument/2006/relationships" id="257" r:id="R2522f65502774df1"/>
    <p:sldId xmlns:r="http://schemas.openxmlformats.org/officeDocument/2006/relationships" id="258" r:id="R3dcce13358314b8f"/>
    <p:sldId xmlns:r="http://schemas.openxmlformats.org/officeDocument/2006/relationships" id="259" r:id="R394ddbed18e24ab0"/>
    <p:sldId xmlns:r="http://schemas.openxmlformats.org/officeDocument/2006/relationships" id="260" r:id="Rf2aed20e73cd4777"/>
    <p:sldId xmlns:r="http://schemas.openxmlformats.org/officeDocument/2006/relationships" id="261" r:id="R3339adc83fc94214"/>
    <p:sldId xmlns:r="http://schemas.openxmlformats.org/officeDocument/2006/relationships" id="262" r:id="R221ee67299074e72"/>
    <p:sldId xmlns:r="http://schemas.openxmlformats.org/officeDocument/2006/relationships" id="263" r:id="Rb975a51dc28c414b"/>
    <p:sldId xmlns:r="http://schemas.openxmlformats.org/officeDocument/2006/relationships" id="264" r:id="R834fb6b1270f482f"/>
    <p:sldId xmlns:r="http://schemas.openxmlformats.org/officeDocument/2006/relationships" id="265" r:id="R130a6f1313824127"/>
    <p:sldId xmlns:r="http://schemas.openxmlformats.org/officeDocument/2006/relationships" id="266" r:id="Rf890f3c488c74041"/>
    <p:sldId xmlns:r="http://schemas.openxmlformats.org/officeDocument/2006/relationships" id="267" r:id="R5e1aeea83f9245a6"/>
    <p:sldId xmlns:r="http://schemas.openxmlformats.org/officeDocument/2006/relationships" id="268" r:id="R53e8f678a3334bf4"/>
    <p:sldId xmlns:r="http://schemas.openxmlformats.org/officeDocument/2006/relationships" id="269" r:id="Ra752b27d6f8d48c9"/>
    <p:sldId xmlns:r="http://schemas.openxmlformats.org/officeDocument/2006/relationships" id="270" r:id="R571d116a9a404428"/>
    <p:sldId xmlns:r="http://schemas.openxmlformats.org/officeDocument/2006/relationships" id="271" r:id="R1196a983b7ca4147"/>
    <p:sldId xmlns:r="http://schemas.openxmlformats.org/officeDocument/2006/relationships" id="272" r:id="Rac9dec268e604f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5b7b7339b0411f" /><Relationship Type="http://schemas.openxmlformats.org/officeDocument/2006/relationships/slideMaster" Target="/ppt/slideMasters/slideMaster1.xml" Id="Rdf1802959ca84407" /><Relationship Type="http://schemas.openxmlformats.org/officeDocument/2006/relationships/notesMaster" Target="/ppt/notesMasters/notesMaster1.xml" Id="R054b13cfee5843f0" /><Relationship Type="http://schemas.openxmlformats.org/officeDocument/2006/relationships/presProps" Target="/ppt/presProps.xml" Id="R69a708b706274dee" /><Relationship Type="http://schemas.openxmlformats.org/officeDocument/2006/relationships/tableStyles" Target="/ppt/tableStyles.xml" Id="Rdc19586aaca94fa2" /><Relationship Type="http://schemas.openxmlformats.org/officeDocument/2006/relationships/slide" Target="/ppt/slides/slide1.xml" Id="Rfbf4fe36817c448f" /><Relationship Type="http://schemas.openxmlformats.org/officeDocument/2006/relationships/slide" Target="/ppt/slides/slide2.xml" Id="R2522f65502774df1" /><Relationship Type="http://schemas.openxmlformats.org/officeDocument/2006/relationships/slide" Target="/ppt/slides/slide3.xml" Id="R3dcce13358314b8f" /><Relationship Type="http://schemas.openxmlformats.org/officeDocument/2006/relationships/slide" Target="/ppt/slides/slide4.xml" Id="R394ddbed18e24ab0" /><Relationship Type="http://schemas.openxmlformats.org/officeDocument/2006/relationships/slide" Target="/ppt/slides/slide5.xml" Id="Rf2aed20e73cd4777" /><Relationship Type="http://schemas.openxmlformats.org/officeDocument/2006/relationships/slide" Target="/ppt/slides/slide6.xml" Id="R3339adc83fc94214" /><Relationship Type="http://schemas.openxmlformats.org/officeDocument/2006/relationships/slide" Target="/ppt/slides/slide7.xml" Id="R221ee67299074e72" /><Relationship Type="http://schemas.openxmlformats.org/officeDocument/2006/relationships/slide" Target="/ppt/slides/slide8.xml" Id="Rb975a51dc28c414b" /><Relationship Type="http://schemas.openxmlformats.org/officeDocument/2006/relationships/slide" Target="/ppt/slides/slide9.xml" Id="R834fb6b1270f482f" /><Relationship Type="http://schemas.openxmlformats.org/officeDocument/2006/relationships/slide" Target="/ppt/slides/slide10.xml" Id="R130a6f1313824127" /><Relationship Type="http://schemas.openxmlformats.org/officeDocument/2006/relationships/slide" Target="/ppt/slides/slide11.xml" Id="Rf890f3c488c74041" /><Relationship Type="http://schemas.openxmlformats.org/officeDocument/2006/relationships/slide" Target="/ppt/slides/slide12.xml" Id="R5e1aeea83f9245a6" /><Relationship Type="http://schemas.openxmlformats.org/officeDocument/2006/relationships/slide" Target="/ppt/slides/slide13.xml" Id="R53e8f678a3334bf4" /><Relationship Type="http://schemas.openxmlformats.org/officeDocument/2006/relationships/slide" Target="/ppt/slides/slide14.xml" Id="Ra752b27d6f8d48c9" /><Relationship Type="http://schemas.openxmlformats.org/officeDocument/2006/relationships/slide" Target="/ppt/slides/slide15.xml" Id="R571d116a9a404428" /><Relationship Type="http://schemas.openxmlformats.org/officeDocument/2006/relationships/slide" Target="/ppt/slides/slide16.xml" Id="R1196a983b7ca4147" /><Relationship Type="http://schemas.openxmlformats.org/officeDocument/2006/relationships/slide" Target="/ppt/slides/slide17.xml" Id="Rac9dec268e604f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642a427f3749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22f534657c4463" /><Relationship Type="http://schemas.openxmlformats.org/officeDocument/2006/relationships/notesMaster" Target="/ppt/notesMasters/notesMaster1.xml" Id="R6461d32b619145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196b8ca2bc4fca" /><Relationship Type="http://schemas.openxmlformats.org/officeDocument/2006/relationships/notesMaster" Target="/ppt/notesMasters/notesMaster1.xml" Id="R8c262815988a47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c4df75c4b04fbc" /><Relationship Type="http://schemas.openxmlformats.org/officeDocument/2006/relationships/notesMaster" Target="/ppt/notesMasters/notesMaster1.xml" Id="Rb680fb89569f4c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d7dce036584f9b" /><Relationship Type="http://schemas.openxmlformats.org/officeDocument/2006/relationships/notesMaster" Target="/ppt/notesMasters/notesMaster1.xml" Id="R39bde05aaf9046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d8edc977924b24" /><Relationship Type="http://schemas.openxmlformats.org/officeDocument/2006/relationships/notesMaster" Target="/ppt/notesMasters/notesMaster1.xml" Id="Rd936146685bc4b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3f57db5e6546bd" /><Relationship Type="http://schemas.openxmlformats.org/officeDocument/2006/relationships/notesMaster" Target="/ppt/notesMasters/notesMaster1.xml" Id="Rba5b59af54ed44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07b9dfc3fb4f06" /><Relationship Type="http://schemas.openxmlformats.org/officeDocument/2006/relationships/notesMaster" Target="/ppt/notesMasters/notesMaster1.xml" Id="Rf9fac9dc05a641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0661711b3c446b" /><Relationship Type="http://schemas.openxmlformats.org/officeDocument/2006/relationships/notesMaster" Target="/ppt/notesMasters/notesMaster1.xml" Id="Rf3113f3c136548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cdd9673b514d8f" /><Relationship Type="http://schemas.openxmlformats.org/officeDocument/2006/relationships/notesMaster" Target="/ppt/notesMasters/notesMaster1.xml" Id="Rc781c0b2f92e40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e5eee03ea4b7f" /><Relationship Type="http://schemas.openxmlformats.org/officeDocument/2006/relationships/notesMaster" Target="/ppt/notesMasters/notesMaster1.xml" Id="R378da078aebb45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2f831e40c74d2f" /><Relationship Type="http://schemas.openxmlformats.org/officeDocument/2006/relationships/notesMaster" Target="/ppt/notesMasters/notesMaster1.xml" Id="R9de1e7ab57b740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851827ad374e9d" /><Relationship Type="http://schemas.openxmlformats.org/officeDocument/2006/relationships/notesMaster" Target="/ppt/notesMasters/notesMaster1.xml" Id="Rd11cf69967ee48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cab63d86ac40c0" /><Relationship Type="http://schemas.openxmlformats.org/officeDocument/2006/relationships/notesMaster" Target="/ppt/notesMasters/notesMaster1.xml" Id="Rce457ed7cdf14d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816969e4384b2c" /><Relationship Type="http://schemas.openxmlformats.org/officeDocument/2006/relationships/notesMaster" Target="/ppt/notesMasters/notesMaster1.xml" Id="Ra47292a0b08049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435648d4444eb7" /><Relationship Type="http://schemas.openxmlformats.org/officeDocument/2006/relationships/notesMaster" Target="/ppt/notesMasters/notesMaster1.xml" Id="R3e080f1f236745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a4a823464743a0" /><Relationship Type="http://schemas.openxmlformats.org/officeDocument/2006/relationships/notesMaster" Target="/ppt/notesMasters/notesMaster1.xml" Id="R9e6812d187cd43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56c06881194916" /><Relationship Type="http://schemas.openxmlformats.org/officeDocument/2006/relationships/notesMaster" Target="/ppt/notesMasters/notesMaster1.xml" Id="R3a1f907c75784f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Companion describes capable support that stays with the lawyer through the matter. The lawyer directs the work and owns the decision.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Illustrative description of an incomplete business request, not a customer quotation or verified legal scenario. The lawyer receives a question with limited context, identifies material facts and issues, then works through options before advising. Supported directionally by brand_pitch.md and the four exploratory counsel interviews in output/research/raw/interviews/in-house-counsel/, which discuss incomplete intake, unfamiliar questions, verification effort and business context. The problem is the work required to understand enough to advise. Context storage or reconstruction is not the central product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brand_pitch.md, docs/PRD.md, vault/00_System/user.md and the founder’s current direction. The companion works alongside the lawyer and adapts to the lawyer’s style. It helps the lawyer explore the issue while the lawyer keeps control.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b34ff1627245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5ea3eb2e8c41ee" /><Relationship Type="http://schemas.openxmlformats.org/officeDocument/2006/relationships/slideLayout" Target="/ppt/slideLayouts/slideLayout1.xml" Id="R9973d9c2fda849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73d9c2fda849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f870c6f3d34310" /><Relationship Type="http://schemas.openxmlformats.org/officeDocument/2006/relationships/image" Target="/ppt/media/image.png" Id="R34ea99363966451d" /><Relationship Type="http://schemas.openxmlformats.org/officeDocument/2006/relationships/notesSlide" Target="/ppt/notesSlides/notesSlide1.xml" Id="R2d543ea501da4a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b34175ee9948a1" /><Relationship Type="http://schemas.openxmlformats.org/officeDocument/2006/relationships/notesSlide" Target="/ppt/notesSlides/notesSlide2.xml" Id="R3ccf8419034a4a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d2785881284003" /><Relationship Type="http://schemas.openxmlformats.org/officeDocument/2006/relationships/notesSlide" Target="/ppt/notesSlides/notesSlide3.xml" Id="Rdc86d4e608aa49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044b1f40fc4a69" /><Relationship Type="http://schemas.openxmlformats.org/officeDocument/2006/relationships/notesSlide" Target="/ppt/notesSlides/notesSlide4.xml" Id="Rdddc0ad170aa40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ee096858484c60" /><Relationship Type="http://schemas.openxmlformats.org/officeDocument/2006/relationships/image" Target="/ppt/media/image2.png" Id="R10e6de78069d48a8" /><Relationship Type="http://schemas.openxmlformats.org/officeDocument/2006/relationships/notesSlide" Target="/ppt/notesSlides/notesSlide5.xml" Id="R796ba0fcb8d541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68d68495ed4008" /><Relationship Type="http://schemas.openxmlformats.org/officeDocument/2006/relationships/notesSlide" Target="/ppt/notesSlides/notesSlide6.xml" Id="R39f44cae73d141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c7fd5e343148bf" /><Relationship Type="http://schemas.openxmlformats.org/officeDocument/2006/relationships/notesSlide" Target="/ppt/notesSlides/notesSlide7.xml" Id="Rc13dc2422f5f4b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4803706dc64628" /><Relationship Type="http://schemas.openxmlformats.org/officeDocument/2006/relationships/notesSlide" Target="/ppt/notesSlides/notesSlide8.xml" Id="R12e4734982bc4d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6f48c132684e93" /><Relationship Type="http://schemas.openxmlformats.org/officeDocument/2006/relationships/notesSlide" Target="/ppt/notesSlides/notesSlide9.xml" Id="Rc49c761001924d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c62d973c4d4b96" /><Relationship Type="http://schemas.openxmlformats.org/officeDocument/2006/relationships/notesSlide" Target="/ppt/notesSlides/notesSlide10.xml" Id="Rb5029aabac154f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305a0269584bd9" /><Relationship Type="http://schemas.openxmlformats.org/officeDocument/2006/relationships/notesSlide" Target="/ppt/notesSlides/notesSlide11.xml" Id="R1195e6362f0447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cf15d7b4034145" /><Relationship Type="http://schemas.openxmlformats.org/officeDocument/2006/relationships/notesSlide" Target="/ppt/notesSlides/notesSlide12.xml" Id="R25da235bad2f49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49795aa68049e0" /><Relationship Type="http://schemas.openxmlformats.org/officeDocument/2006/relationships/notesSlide" Target="/ppt/notesSlides/notesSlide13.xml" Id="R38edb847214749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994b2d9665413a" /><Relationship Type="http://schemas.openxmlformats.org/officeDocument/2006/relationships/notesSlide" Target="/ppt/notesSlides/notesSlide14.xml" Id="R998636c1dddd4a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e6ed8a463e4b63" /><Relationship Type="http://schemas.openxmlformats.org/officeDocument/2006/relationships/notesSlide" Target="/ppt/notesSlides/notesSlide15.xml" Id="Rf9dae488c91849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8ca8684a5641e4" /><Relationship Type="http://schemas.openxmlformats.org/officeDocument/2006/relationships/image" Target="/ppt/media/image3.png" Id="R5cc534fcb7bd44fe" /><Relationship Type="http://schemas.openxmlformats.org/officeDocument/2006/relationships/notesSlide" Target="/ppt/notesSlides/notesSlide16.xml" Id="Rbda4f0d2824e47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34a15066de4117" /><Relationship Type="http://schemas.openxmlformats.org/officeDocument/2006/relationships/notesSlide" Target="/ppt/notesSlides/notesSlide17.xml" Id="Rdb3276e9984147e7"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4ea99363966451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A686F4-9268-4787-B919-4D350D8936D2}"/>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D101929-1335-4DBD-8742-0EFEF22772EE}"/>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AA337A6-365B-410D-8F0F-503FA4CFC99B}"/>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3FAEA666-60ED-4AB2-9996-82FF9F64B177}"/>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companion</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9A50FA1C-5204-4C6E-B652-F15160B8F26A}"/>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6DC911A1-52D0-403E-A5CC-1EBC7282558F}"/>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365446383"/>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F60C36-A794-4048-85C8-AEC7324729B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BE6D40B7-8F89-4DF2-AB6F-4541FCCFDE3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question arrives before the full picture</a:t>
            </a:r>
          </a:p>
        </p:txBody>
      </p:sp>
      <p:sp>
        <p:nvSpPr>
          <p:cNvPr id="3" name="">
            <a:extLst xmlns:a="http://schemas.openxmlformats.org/drawingml/2006/main">
              <a:ext uri="{FF2B5EF4-FFF2-40B4-BE49-F238E27FC236}">
                <a16:creationId xmlns:a16="http://schemas.microsoft.com/office/drawing/2014/main" id="{20AC3B09-EDA0-448F-B7E7-1C2CE9A4B43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FE203CB-609A-4A37-98B0-DA01463C1C5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69DF9B4-F8F4-4897-9135-19EECA613A1D}"/>
              </a:ext>
            </a:extLst>
          </p:cNvPr>
          <p:cNvSpPr>
            <a:spLocks xmlns:a="http://schemas.openxmlformats.org/drawingml/2006/main" noGrp="1"/>
          </p:cNvSpPr>
          <p:nvPr/>
        </p:nvSpPr>
        <p:spPr>
          <a:xfrm xmlns:a="http://schemas.openxmlformats.org/drawingml/2006/main">
            <a:off x="609600" y="2276475"/>
            <a:ext cx="10810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17243E"/>
                </a:solidFill>
                <a:latin typeface="Georgia"/>
                <a:ea typeface="Georgia"/>
                <a:cs typeface="Georgia"/>
              </a:defRPr>
            </a:pPr>
            <a:r>
              <a:rPr sz="2475" b="0">
                <a:solidFill>
                  <a:srgbClr val="17243E"/>
                </a:solidFill>
                <a:latin typeface="Georgia"/>
                <a:ea typeface="Georgia"/>
                <a:cs typeface="Georgia"/>
              </a:rPr>
              <a:t>A team asks about using customer data for a new feature.</a:t>
            </a:r>
          </a:p>
          <a:p xmlns:a="http://schemas.openxmlformats.org/drawingml/2006/main">
            <a:pPr>
              <a:lnSpc>
                <a:spcPct val="108000"/>
              </a:lnSpc>
              <a:buNone/>
              <a:defRPr sz="2475" b="0">
                <a:solidFill>
                  <a:srgbClr val="17243E"/>
                </a:solidFill>
                <a:latin typeface="Georgia"/>
                <a:ea typeface="Georgia"/>
                <a:cs typeface="Georgia"/>
              </a:defRPr>
            </a:pPr>
            <a:r>
              <a:rPr sz="2475" b="0">
                <a:solidFill>
                  <a:srgbClr val="17243E"/>
                </a:solidFill>
                <a:latin typeface="Georgia"/>
                <a:ea typeface="Georgia"/>
                <a:cs typeface="Georgia"/>
              </a:rPr>
              <a:t>The request says little about the data or the permissions already given.</a:t>
            </a:r>
          </a:p>
        </p:txBody>
      </p:sp>
      <p:sp>
        <p:nvSpPr>
          <p:cNvPr id="6" name="">
            <a:extLst xmlns:a="http://schemas.openxmlformats.org/drawingml/2006/main">
              <a:ext uri="{FF2B5EF4-FFF2-40B4-BE49-F238E27FC236}">
                <a16:creationId xmlns:a16="http://schemas.microsoft.com/office/drawing/2014/main" id="{A05D7344-7486-4EDF-B244-CC37325388F8}"/>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WORK BEHIND THE ADVICE</a:t>
            </a:r>
          </a:p>
        </p:txBody>
      </p:sp>
      <p:sp>
        <p:nvSpPr>
          <p:cNvPr id="7" name="">
            <a:extLst xmlns:a="http://schemas.openxmlformats.org/drawingml/2006/main">
              <a:ext uri="{FF2B5EF4-FFF2-40B4-BE49-F238E27FC236}">
                <a16:creationId xmlns:a16="http://schemas.microsoft.com/office/drawing/2014/main" id="{14E42421-3BBE-4A72-ACBB-1F57424895BE}"/>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Clarify the goal and missing facts.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Investigate the issues and options.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Test what could change the advice.</a:t>
            </a:r>
          </a:p>
        </p:txBody>
      </p:sp>
      <p:sp>
        <p:nvSpPr>
          <p:cNvPr id="8" name="">
            <a:extLst xmlns:a="http://schemas.openxmlformats.org/drawingml/2006/main">
              <a:ext uri="{FF2B5EF4-FFF2-40B4-BE49-F238E27FC236}">
                <a16:creationId xmlns:a16="http://schemas.microsoft.com/office/drawing/2014/main" id="{EC930CF6-5194-432A-82BD-F30591F053A0}"/>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WORKING THROUGH IT ALONE</a:t>
            </a:r>
          </a:p>
        </p:txBody>
      </p:sp>
      <p:sp>
        <p:nvSpPr>
          <p:cNvPr id="9" name="">
            <a:extLst xmlns:a="http://schemas.openxmlformats.org/drawingml/2006/main">
              <a:ext uri="{FF2B5EF4-FFF2-40B4-BE49-F238E27FC236}">
                <a16:creationId xmlns:a16="http://schemas.microsoft.com/office/drawing/2014/main" id="{ED107394-664E-4AEF-91E4-8CA776299174}"/>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Preparation takes time.</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The business needs advice</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it can act on.</a:t>
            </a:r>
          </a:p>
        </p:txBody>
      </p:sp>
      <p:sp>
        <p:nvSpPr>
          <p:cNvPr id="10" name="">
            <a:extLst xmlns:a="http://schemas.openxmlformats.org/drawingml/2006/main">
              <a:ext uri="{FF2B5EF4-FFF2-40B4-BE49-F238E27FC236}">
                <a16:creationId xmlns:a16="http://schemas.microsoft.com/office/drawing/2014/main" id="{4373AF45-D040-44F4-9689-360F5405CC6D}"/>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598893475"/>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92110C-184E-4FA7-A624-4EA1635DDD8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89FB7B3B-95E9-4095-A626-D4533E72E09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companion,</a:t>
            </a:r>
          </a:p>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built around the lawyer</a:t>
            </a:r>
          </a:p>
        </p:txBody>
      </p:sp>
      <p:sp>
        <p:nvSpPr>
          <p:cNvPr id="3" name="">
            <a:extLst xmlns:a="http://schemas.openxmlformats.org/drawingml/2006/main">
              <a:ext uri="{FF2B5EF4-FFF2-40B4-BE49-F238E27FC236}">
                <a16:creationId xmlns:a16="http://schemas.microsoft.com/office/drawing/2014/main" id="{8631BF1E-90B5-47F6-AB9C-118DBE64720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A3C5E8C-9F06-417B-8C7F-1FA16A08643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D0A6082-79F1-4920-8938-9D0BA8D4F2C6}"/>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legal companion.</a:t>
            </a:r>
          </a:p>
        </p:txBody>
      </p:sp>
      <p:sp>
        <p:nvSpPr>
          <p:cNvPr id="6" name="">
            <a:extLst xmlns:a="http://schemas.openxmlformats.org/drawingml/2006/main">
              <a:ext uri="{FF2B5EF4-FFF2-40B4-BE49-F238E27FC236}">
                <a16:creationId xmlns:a16="http://schemas.microsoft.com/office/drawing/2014/main" id="{BB080A94-A78B-4A28-950F-5F71AF73FFBD}"/>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6AE90C95-F1E1-4233-9755-4B7FCDBE2BF4}"/>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5D44D3B1-D393-4591-87BB-7D0AA0F16C7E}"/>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75E9635F-37D4-4E2B-8503-F53BB4301B73}"/>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26B35B0E-E306-4EF6-88A9-9D47ECE8A62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689963070"/>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661ABE-3C1A-4483-AF9F-22EABC523DD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4885973B-7B30-4C30-9273-9C66613AE52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7B933AEE-8454-40DC-954C-06C3BA8306E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0911B0A-9437-4F71-8871-52C9D2051EB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5C59258-BEDB-4B58-B2F1-9CECF228210A}"/>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6F82FB06-DA7A-4B73-9FE7-AFBE47D7514D}"/>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0362A639-C276-4DB0-A99B-F5EFAAA8FD89}"/>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CE453605-CC39-4262-A829-4E396DCC8C12}"/>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0097D57C-A415-48D6-A754-F27E8D239927}"/>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33987EA6-1E0C-4B8F-AA44-69119350A6AB}"/>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8E79B244-8EC5-4E7F-9FD0-A551D82D8F13}"/>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C6460965-CB74-4A0C-9842-2E9B75EA090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206372784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2F4626-6048-4F37-AF7F-E164C3EA132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WORKING PROTOTYPE</a:t>
            </a:r>
          </a:p>
        </p:txBody>
      </p:sp>
      <p:sp>
        <p:nvSpPr>
          <p:cNvPr id="2" name="">
            <a:extLst xmlns:a="http://schemas.openxmlformats.org/drawingml/2006/main">
              <a:ext uri="{FF2B5EF4-FFF2-40B4-BE49-F238E27FC236}">
                <a16:creationId xmlns:a16="http://schemas.microsoft.com/office/drawing/2014/main" id="{F5C2ABE7-4B33-4329-9329-B6FF881AA33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lawyer has a basis for the advice</a:t>
            </a:r>
          </a:p>
        </p:txBody>
      </p:sp>
      <p:sp>
        <p:nvSpPr>
          <p:cNvPr id="3" name="">
            <a:extLst xmlns:a="http://schemas.openxmlformats.org/drawingml/2006/main">
              <a:ext uri="{FF2B5EF4-FFF2-40B4-BE49-F238E27FC236}">
                <a16:creationId xmlns:a16="http://schemas.microsoft.com/office/drawing/2014/main" id="{2ED44843-C6EE-4C38-9D0F-681C37C6210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4F8C22-D79D-4931-9FFB-B9BA2AF5E1F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e6de78069d48a8"/>
          <a:stretch xmlns:a="http://schemas.openxmlformats.org/drawingml/2006/main"/>
        </p:blipFill>
        <p:spPr>
          <a:xfrm xmlns:a="http://schemas.openxmlformats.org/drawingml/2006/main">
            <a:off x="3082671" y="2428875"/>
            <a:ext cx="3264408" cy="34004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8C0DD65-9157-4343-9A91-047B1306E0D2}"/>
              </a:ext>
            </a:extLst>
          </p:cNvPr>
          <p:cNvSpPr>
            <a:spLocks xmlns:a="http://schemas.openxmlformats.org/drawingml/2006/main" noGrp="1"/>
          </p:cNvSpPr>
          <p:nvPr/>
        </p:nvSpPr>
        <p:spPr>
          <a:xfrm xmlns:a="http://schemas.openxmlformats.org/drawingml/2006/main">
            <a:off x="9182100" y="24574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DEMO</a:t>
            </a:r>
          </a:p>
        </p:txBody>
      </p:sp>
      <p:sp>
        <p:nvSpPr>
          <p:cNvPr id="7" name="">
            <a:extLst xmlns:a="http://schemas.openxmlformats.org/drawingml/2006/main">
              <a:ext uri="{FF2B5EF4-FFF2-40B4-BE49-F238E27FC236}">
                <a16:creationId xmlns:a16="http://schemas.microsoft.com/office/drawing/2014/main" id="{CB9FEC32-3A8A-40F6-A509-14A1F92E7513}"/>
              </a:ext>
            </a:extLst>
          </p:cNvPr>
          <p:cNvSpPr>
            <a:spLocks xmlns:a="http://schemas.openxmlformats.org/drawingml/2006/main" noGrp="1"/>
          </p:cNvSpPr>
          <p:nvPr/>
        </p:nvSpPr>
        <p:spPr>
          <a:xfrm xmlns:a="http://schemas.openxmlformats.org/drawingml/2006/main">
            <a:off x="9182100" y="2924175"/>
            <a:ext cx="23622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 draft note sets out</a:t>
            </a:r>
          </a:p>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 proposed path</a:t>
            </a:r>
          </a:p>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and its conditions.</a:t>
            </a:r>
          </a:p>
        </p:txBody>
      </p:sp>
      <p:sp>
        <p:nvSpPr>
          <p:cNvPr id="8" name="">
            <a:extLst xmlns:a="http://schemas.openxmlformats.org/drawingml/2006/main">
              <a:ext uri="{FF2B5EF4-FFF2-40B4-BE49-F238E27FC236}">
                <a16:creationId xmlns:a16="http://schemas.microsoft.com/office/drawing/2014/main" id="{149DBF56-1520-4758-8BB1-12371EA08890}"/>
              </a:ext>
            </a:extLst>
          </p:cNvPr>
          <p:cNvSpPr>
            <a:spLocks xmlns:a="http://schemas.openxmlformats.org/drawingml/2006/main" noGrp="1"/>
          </p:cNvSpPr>
          <p:nvPr/>
        </p:nvSpPr>
        <p:spPr>
          <a:xfrm xmlns:a="http://schemas.openxmlformats.org/drawingml/2006/main">
            <a:off x="9182100" y="4591050"/>
            <a:ext cx="23622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The lawyer can</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weigh the path</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before advising.</a:t>
            </a:r>
          </a:p>
        </p:txBody>
      </p:sp>
      <p:sp>
        <p:nvSpPr>
          <p:cNvPr id="9" name="">
            <a:extLst xmlns:a="http://schemas.openxmlformats.org/drawingml/2006/main">
              <a:ext uri="{FF2B5EF4-FFF2-40B4-BE49-F238E27FC236}">
                <a16:creationId xmlns:a16="http://schemas.microsoft.com/office/drawing/2014/main" id="{F0390939-E290-4DCA-A8A5-AA7A17AB9F6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Actual prototype capture. Fictional seeded demo content, including the separate draft decision note.</a:t>
            </a:r>
          </a:p>
        </p:txBody>
      </p:sp>
    </p:spTree>
    <p:extLst>
      <p:ext uri="{BB962C8B-B14F-4D97-AF65-F5344CB8AC3E}">
        <p14:creationId xmlns:p14="http://schemas.microsoft.com/office/powerpoint/2010/main" val="1073133787"/>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2A92C1-BFD7-46CF-8D7C-C309FCF24C2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400DF550-7F58-45FC-BA38-69770701606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EB232E7E-F383-4888-910C-2D597877172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77F315B-31A0-4EDF-A87B-952249DD7CA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5DCA0E9-3ED9-492C-A895-2FDFA518FD23}"/>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FA596322-3374-412D-838E-B71A91187EB2}"/>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2C3EC76F-870F-426D-813E-7E611773249E}"/>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010EFCCC-12C4-4D09-B3E5-0D0212FB5522}"/>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4ACA8441-458B-4077-8B6F-D361D0C29D02}"/>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E5FFD13B-9847-41DE-A10B-3F593B81E67E}"/>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4DC61169-705F-462E-931F-28403BF6248B}"/>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D5C9E26B-D27D-499D-B54C-07744747B47D}"/>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DC43D216-0F6C-4163-9D4B-9F83F4747D2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1856009555"/>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0441E3-377C-4A01-98D2-F8471B6A9C3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112A65BA-36E6-443E-958D-09C3ED335CC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84DA8989-9695-4D6B-8D5C-6A47202CC41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4273E6F-3754-4390-803D-EA7272039968}"/>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FB65EFD-7BC6-4FB2-B80B-CDBA7005352C}"/>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6724DEC1-D27C-45EE-9C96-BA3CA22A000E}"/>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BDACC850-9116-43B4-A147-F2D5DAEB8313}"/>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EEE15956-7B71-4CDE-B14C-C4994E0D5399}"/>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393FFDD2-8D84-4820-9BC1-42008C71EF4D}"/>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companion small legal teams turn to as they work through decisions.</a:t>
            </a:r>
          </a:p>
        </p:txBody>
      </p:sp>
      <p:sp>
        <p:nvSpPr>
          <p:cNvPr id="10" name="">
            <a:extLst xmlns:a="http://schemas.openxmlformats.org/drawingml/2006/main">
              <a:ext uri="{FF2B5EF4-FFF2-40B4-BE49-F238E27FC236}">
                <a16:creationId xmlns:a16="http://schemas.microsoft.com/office/drawing/2014/main" id="{392CD8C9-7627-4765-9584-33CA9F5B307E}"/>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753340530"/>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C3930E-2AB3-4946-8C0E-A2D1ED7BAD8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88B9B84D-904C-4CD2-B9A7-8EE4858A46DE}"/>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AD64CDE9-185F-4AEE-B613-B2F593F706B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2517203-5ED0-4867-B8F6-FC8E5BCD4EF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107A666-5F43-4021-810E-C3E3351C6645}"/>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9E460E9C-5175-46A9-8B1B-F07D6B3A4CAC}"/>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F197F3A8-CB8B-4743-B70C-7FA9EFE28D10}"/>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89664BE3-6BC0-4457-A97C-AA3536735C90}"/>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E7D2752F-D95C-43F1-B1CD-5015C6FD356B}"/>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Powerful AI, but more work to direct it.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7251C7AF-38DF-4488-A522-46BD953419E7}"/>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6FCAC93E-F276-45FD-AF0F-6E94A085870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589951049"/>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7D2126-D80D-49F5-8D35-3C6D7D957F7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1B981904-13FF-4A9D-A77C-B3DBC70E770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legal companion, by subscription</a:t>
            </a:r>
          </a:p>
        </p:txBody>
      </p:sp>
      <p:sp>
        <p:nvSpPr>
          <p:cNvPr id="3" name="">
            <a:extLst xmlns:a="http://schemas.openxmlformats.org/drawingml/2006/main">
              <a:ext uri="{FF2B5EF4-FFF2-40B4-BE49-F238E27FC236}">
                <a16:creationId xmlns:a16="http://schemas.microsoft.com/office/drawing/2014/main" id="{BDFE21CA-AFB4-45D3-A3AC-A1B8C99FBA3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342B590-E36C-4B4D-9CC6-556297A19E4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8D2E3846-8E2C-4D8F-818A-7C1D51A42749}"/>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BCE2BD6F-8617-46D4-8379-D431D34DF172}"/>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D79220A2-7089-4C72-B2FC-E1BB9AA4AD27}"/>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50A489DC-B3E3-4E26-82B9-CA994821C72B}"/>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21C635FA-7474-464D-871F-18E25140A1A1}"/>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F93B92A9-508C-4024-8C4C-A5BEF8E2C722}"/>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A23824B8-624B-4C31-AD32-936A7904923C}"/>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FA310CA4-F22F-4325-A027-8CCF9EA0D90C}"/>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101772187"/>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F53DC1-753B-4FE5-8C8C-196402E1D60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9391EE34-FBA4-4766-9174-CCA739EEFA4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C962D9F7-CD97-4D4D-BF11-9865E53361F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9B75FB8-3749-4AF2-9ACE-240504AEAA4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4697F56-7956-4FC7-95D8-6FF330EC9961}"/>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BDE8F2E1-C941-4F7D-8086-D4DDEBCE2F1D}"/>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57D886F7-2CCE-4948-9FF7-A114836C1CEA}"/>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FF0F55A7-DCCB-4BDB-B671-4DCE792F131A}"/>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0AA64EFC-7792-48D3-8469-95B736D65419}"/>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2D946C7A-F702-4954-8B43-6E315A771547}"/>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7AB310E5-2E1C-4C11-ACFB-C28332DC868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98051667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EED8E0B-6764-4013-93F5-DC19DD89D54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C0B8CBAF-4F35-41B3-AAA5-9367A98A171E}"/>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913900D7-36CE-43F0-A50F-2EBEFF89E61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D351F34-57AD-4024-AB8B-CD12E2ED21B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ACF2E68-AB0E-4C7F-A827-DA97405B26BF}"/>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ECAAE4BE-1683-41F1-B919-25E5331FA0A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CD67A455-D701-4A7F-AA22-902F1CD8D3E4}"/>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1CD9F2D8-7D79-4BF9-A5D1-C8A70B030680}"/>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FB7B9D4C-D6BB-45AE-8E18-915671013E22}"/>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19E81CE3-F373-4D4F-89AB-CC701F8FD3AC}"/>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B941F828-12B9-483A-9A5F-417092B7A14B}"/>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4E11D883-E1E1-4A9F-8469-36B0D9BC2E9D}"/>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0949A486-C7E1-40F2-8EE3-B806AB02AA5C}"/>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2FF9A60D-2E3F-46A6-9047-3F3435AF84B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1932235165"/>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E76FAF-FF75-44B1-93A8-33CCB6D3CFC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66D649C9-7E1B-43B1-A96A-B5A18B547D4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42A40BB1-6D69-495D-954A-5BC962AF33C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BDA7E07-6B02-4008-9B62-998F793E8B6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69785D47-E211-4AFF-9B07-866505F83A6E}"/>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002D353C-7CBF-4B5F-8080-5D71F7FD7E26}"/>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89DC7DCA-C8D2-4C02-A234-A1F182C77E0A}"/>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00EFEFCD-EE8A-428A-AE5B-9B5C5FD2E554}"/>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3FC39CE1-2340-4B05-A0B2-4CBE24D312BA}"/>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82036D87-3D90-4B85-81D8-0142DC2CA39B}"/>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458458942"/>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C26753-88F1-4CAC-ADD8-B83CC82D3CD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23C11860-9F2E-4C37-81B9-75F66B23D86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F87F2AD8-BC1B-43EC-A189-1E8311EE1A2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0FFE7C6-D763-4E63-BCAA-4227F2307C1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AC3814D-7ACA-427F-A76E-5BE86E0AB78B}"/>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7249883A-8126-44B8-90BE-799FF3446E72}"/>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CA32734D-DF47-427E-9EBD-9C76F9E4D5D5}"/>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3C74CBF8-0C58-4056-A430-C55BC3134D51}"/>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99F501C6-8395-4307-AB92-676A82C97D21}"/>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2A55BA31-EF84-4D43-8C38-15E02C514636}"/>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CC549251-5008-4B05-BDA2-21AB70C1256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1566862832"/>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E25525-2E73-437D-A53F-58AD3609FBA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4F1BF414-7EA9-4FF1-A5C0-F931B9D4C40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 capable companion for small legal teams</a:t>
            </a:r>
          </a:p>
        </p:txBody>
      </p:sp>
      <p:sp>
        <p:nvSpPr>
          <p:cNvPr id="3" name="">
            <a:extLst xmlns:a="http://schemas.openxmlformats.org/drawingml/2006/main">
              <a:ext uri="{FF2B5EF4-FFF2-40B4-BE49-F238E27FC236}">
                <a16:creationId xmlns:a16="http://schemas.microsoft.com/office/drawing/2014/main" id="{CAA649BF-36E7-4B11-AEAF-33E0BE8D1D1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9AA4144-B966-485F-A936-5986A189B23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F72DAB5C-F0AD-4544-AC7C-89272AA92E74}"/>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4E2D3327-E2F1-49BF-9320-CEDD6F19D6AC}"/>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19EFC597-B4C2-4E2A-9C39-C53CDD24975D}"/>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F1C43682-DAC1-48B9-B889-3D29465F4EF8}"/>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EB790CC5-2FE1-47B6-B731-FAB955F12680}"/>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331683632"/>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41FAFD-8DF7-4207-8378-6783A070AB9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D50F22D1-2DA0-4B89-BD65-72226C938DA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452C2EE3-1A75-4D58-836B-0AC0FE66694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F3A366A-2E65-4F8B-BF92-FFE5BA94C66E}"/>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CA4B2AA2-712B-4C8C-9BA1-44C8710D6294}"/>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45271960"/>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c534fcb7bd44fe"/>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589924758"/>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E6E71D-E7FF-4220-BCD2-A955939DBD1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A255EA47-E9DA-480A-8369-BEB6CF70138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3B1681E9-FE9B-400E-BA24-BF21B241B46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4657093-F279-414E-9DAD-56AD7D167E6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34575DA9-A9D8-41CB-B9FB-2FBA79D594E0}"/>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745C7185-AF29-40BD-A1DA-6497DACDDEAB}"/>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7807EC6F-6771-4B66-8951-A31CF2402BBB}"/>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3EEB14AC-BB38-43E1-944A-9D770C4BFE3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6095602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2026-09-05T03:34:48.3600000Z</dcterms:created>
  <dcterms:modified xsi:type="dcterms:W3CDTF">2026-09-05T03:34:48.3600000Z</dcterms:modified>
</coreProperties>
</file>