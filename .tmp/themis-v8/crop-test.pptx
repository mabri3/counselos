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7fbf5bc4046b0" /><Relationship Type="http://schemas.openxmlformats.org/officeDocument/2006/relationships/extended-properties" Target="/docProps/app.xml" Id="Rf8f12a5d32ea44f8" /><Relationship Type="http://schemas.openxmlformats.org/officeDocument/2006/relationships/officeDocument" Target="/ppt/presentation.xml" Id="Rc57fd186d616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6e6f7c05b400b"/>
  </p:sldMasterIdLst>
  <p:notesMasterIdLst>
    <p:notesMasterId xmlns:r="http://schemas.openxmlformats.org/officeDocument/2006/relationships" r:id="Rf192aec67502468e"/>
  </p:notesMasterIdLst>
  <p:sldIdLst>
    <p:sldId xmlns:r="http://schemas.openxmlformats.org/officeDocument/2006/relationships" id="256" r:id="Rd4609b27ed914c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5c331074842c4" /><Relationship Type="http://schemas.openxmlformats.org/officeDocument/2006/relationships/slideMaster" Target="/ppt/slideMasters/slideMaster1.xml" Id="Rf5f6e6f7c05b400b" /><Relationship Type="http://schemas.openxmlformats.org/officeDocument/2006/relationships/notesMaster" Target="/ppt/notesMasters/notesMaster1.xml" Id="Rf192aec67502468e" /><Relationship Type="http://schemas.openxmlformats.org/officeDocument/2006/relationships/presProps" Target="/ppt/presProps.xml" Id="Rcb8ac4d4fda94eb8" /><Relationship Type="http://schemas.openxmlformats.org/officeDocument/2006/relationships/tableStyles" Target="/ppt/tableStyles.xml" Id="Rde8b01e97d2c4dca" /><Relationship Type="http://schemas.openxmlformats.org/officeDocument/2006/relationships/slide" Target="/ppt/slides/slide1.xml" Id="Rd4609b27ed91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14380f13643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77069534b54b58" /><Relationship Type="http://schemas.openxmlformats.org/officeDocument/2006/relationships/notesMaster" Target="/ppt/notesMasters/notesMaster1.xml" Id="Re48889273ae646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8d0cbc40a4d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d7225f2ff406f" /><Relationship Type="http://schemas.openxmlformats.org/officeDocument/2006/relationships/slideLayout" Target="/ppt/slideLayouts/slideLayout1.xml" Id="Rf4a3197da2a6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a3197da2a6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6275a6eb541cd" /><Relationship Type="http://schemas.openxmlformats.org/officeDocument/2006/relationships/image" Target="/ppt/media/image.png" Id="Rab2564fcd0d34664" /><Relationship Type="http://schemas.openxmlformats.org/officeDocument/2006/relationships/notesSlide" Target="/ppt/notesSlides/notesSlide1.xml" Id="R91fa2560d22443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564fcd0d34664"/>
          <a:srcRect xmlns:a="http://schemas.openxmlformats.org/drawingml/2006/main" l="0" t="30121" r="0" b="30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05000"/>
            <a:ext cx="8210550" cy="340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19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2026-09-05T01:32:19.7980000Z</dcterms:created>
  <dcterms:modified xsi:type="dcterms:W3CDTF">2026-09-05T01:32:19.7980000Z</dcterms:modified>
</coreProperties>
</file>