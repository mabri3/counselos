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7c79d578fc414b" /><Relationship Type="http://schemas.openxmlformats.org/officeDocument/2006/relationships/extended-properties" Target="/docProps/app.xml" Id="R415bc667146e4d9e" /><Relationship Type="http://schemas.openxmlformats.org/officeDocument/2006/relationships/officeDocument" Target="/ppt/presentation.xml" Id="Rcf452dc69c8242ae" /></Relationships>
</file>

<file path=ppt/presentation.xml><?xml version="1.0" encoding="utf-8"?>
<p:presentation xmlns:p="http://schemas.openxmlformats.org/presentationml/2006/main">
  <p:sldMasterIdLst>
    <p:sldMasterId xmlns:r="http://schemas.openxmlformats.org/officeDocument/2006/relationships" id="2147483648" r:id="R0c193ada42ce4fab"/>
  </p:sldMasterIdLst>
  <p:notesMasterIdLst>
    <p:notesMasterId xmlns:r="http://schemas.openxmlformats.org/officeDocument/2006/relationships" r:id="Ree871b1cadae46b6"/>
  </p:notesMasterIdLst>
  <p:sldIdLst>
    <p:sldId xmlns:r="http://schemas.openxmlformats.org/officeDocument/2006/relationships" id="256" r:id="Rcbf3529d367f4ccf"/>
    <p:sldId xmlns:r="http://schemas.openxmlformats.org/officeDocument/2006/relationships" id="257" r:id="Re3d24b1fedb44355"/>
    <p:sldId xmlns:r="http://schemas.openxmlformats.org/officeDocument/2006/relationships" id="258" r:id="Rbd4045bad4134ddd"/>
    <p:sldId xmlns:r="http://schemas.openxmlformats.org/officeDocument/2006/relationships" id="259" r:id="R348572e2d9914214"/>
    <p:sldId xmlns:r="http://schemas.openxmlformats.org/officeDocument/2006/relationships" id="260" r:id="Rdeb7b7de3d9c4465"/>
    <p:sldId xmlns:r="http://schemas.openxmlformats.org/officeDocument/2006/relationships" id="261" r:id="R22662f6e41954269"/>
    <p:sldId xmlns:r="http://schemas.openxmlformats.org/officeDocument/2006/relationships" id="262" r:id="Rcaf9efdf8feb4ec6"/>
    <p:sldId xmlns:r="http://schemas.openxmlformats.org/officeDocument/2006/relationships" id="263" r:id="R26a7594414a4455a"/>
    <p:sldId xmlns:r="http://schemas.openxmlformats.org/officeDocument/2006/relationships" id="264" r:id="R71c381ade785486d"/>
    <p:sldId xmlns:r="http://schemas.openxmlformats.org/officeDocument/2006/relationships" id="265" r:id="Rcf54bb4ebda8468f"/>
    <p:sldId xmlns:r="http://schemas.openxmlformats.org/officeDocument/2006/relationships" id="266" r:id="R2670d80c036a4177"/>
    <p:sldId xmlns:r="http://schemas.openxmlformats.org/officeDocument/2006/relationships" id="267" r:id="R42149ae0daa14886"/>
    <p:sldId xmlns:r="http://schemas.openxmlformats.org/officeDocument/2006/relationships" id="268" r:id="R25e91f2d554c4c57"/>
    <p:sldId xmlns:r="http://schemas.openxmlformats.org/officeDocument/2006/relationships" id="269" r:id="R4cce9a5e1fff48c5"/>
    <p:sldId xmlns:r="http://schemas.openxmlformats.org/officeDocument/2006/relationships" id="270" r:id="Re452d4d799204c7a"/>
    <p:sldId xmlns:r="http://schemas.openxmlformats.org/officeDocument/2006/relationships" id="271" r:id="R1cf046b39c4e4506"/>
    <p:sldId xmlns:r="http://schemas.openxmlformats.org/officeDocument/2006/relationships" id="272" r:id="Ra9741b3e1ff546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78878458cd547eb" /><Relationship Type="http://schemas.openxmlformats.org/officeDocument/2006/relationships/slideMaster" Target="/ppt/slideMasters/slideMaster1.xml" Id="R0c193ada42ce4fab" /><Relationship Type="http://schemas.openxmlformats.org/officeDocument/2006/relationships/notesMaster" Target="/ppt/notesMasters/notesMaster1.xml" Id="Ree871b1cadae46b6" /><Relationship Type="http://schemas.openxmlformats.org/officeDocument/2006/relationships/presProps" Target="/ppt/presProps.xml" Id="R13e3c2d5df104f56" /><Relationship Type="http://schemas.openxmlformats.org/officeDocument/2006/relationships/tableStyles" Target="/ppt/tableStyles.xml" Id="Rfd1eccce21924bd3" /><Relationship Type="http://schemas.openxmlformats.org/officeDocument/2006/relationships/slide" Target="/ppt/slides/slide1.xml" Id="Rcbf3529d367f4ccf" /><Relationship Type="http://schemas.openxmlformats.org/officeDocument/2006/relationships/slide" Target="/ppt/slides/slide2.xml" Id="Re3d24b1fedb44355" /><Relationship Type="http://schemas.openxmlformats.org/officeDocument/2006/relationships/slide" Target="/ppt/slides/slide3.xml" Id="Rbd4045bad4134ddd" /><Relationship Type="http://schemas.openxmlformats.org/officeDocument/2006/relationships/slide" Target="/ppt/slides/slide4.xml" Id="R348572e2d9914214" /><Relationship Type="http://schemas.openxmlformats.org/officeDocument/2006/relationships/slide" Target="/ppt/slides/slide5.xml" Id="Rdeb7b7de3d9c4465" /><Relationship Type="http://schemas.openxmlformats.org/officeDocument/2006/relationships/slide" Target="/ppt/slides/slide6.xml" Id="R22662f6e41954269" /><Relationship Type="http://schemas.openxmlformats.org/officeDocument/2006/relationships/slide" Target="/ppt/slides/slide7.xml" Id="Rcaf9efdf8feb4ec6" /><Relationship Type="http://schemas.openxmlformats.org/officeDocument/2006/relationships/slide" Target="/ppt/slides/slide8.xml" Id="R26a7594414a4455a" /><Relationship Type="http://schemas.openxmlformats.org/officeDocument/2006/relationships/slide" Target="/ppt/slides/slide9.xml" Id="R71c381ade785486d" /><Relationship Type="http://schemas.openxmlformats.org/officeDocument/2006/relationships/slide" Target="/ppt/slides/slide10.xml" Id="Rcf54bb4ebda8468f" /><Relationship Type="http://schemas.openxmlformats.org/officeDocument/2006/relationships/slide" Target="/ppt/slides/slide11.xml" Id="R2670d80c036a4177" /><Relationship Type="http://schemas.openxmlformats.org/officeDocument/2006/relationships/slide" Target="/ppt/slides/slide12.xml" Id="R42149ae0daa14886" /><Relationship Type="http://schemas.openxmlformats.org/officeDocument/2006/relationships/slide" Target="/ppt/slides/slide13.xml" Id="R25e91f2d554c4c57" /><Relationship Type="http://schemas.openxmlformats.org/officeDocument/2006/relationships/slide" Target="/ppt/slides/slide14.xml" Id="R4cce9a5e1fff48c5" /><Relationship Type="http://schemas.openxmlformats.org/officeDocument/2006/relationships/slide" Target="/ppt/slides/slide15.xml" Id="Re452d4d799204c7a" /><Relationship Type="http://schemas.openxmlformats.org/officeDocument/2006/relationships/slide" Target="/ppt/slides/slide16.xml" Id="R1cf046b39c4e4506" /><Relationship Type="http://schemas.openxmlformats.org/officeDocument/2006/relationships/slide" Target="/ppt/slides/slide17.xml" Id="Ra9741b3e1ff546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95e8538613648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0fb17e18014de5" /><Relationship Type="http://schemas.openxmlformats.org/officeDocument/2006/relationships/notesMaster" Target="/ppt/notesMasters/notesMaster1.xml" Id="R32a4918d9d6c49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c88021870e44b8" /><Relationship Type="http://schemas.openxmlformats.org/officeDocument/2006/relationships/notesMaster" Target="/ppt/notesMasters/notesMaster1.xml" Id="R354c90a3e96b4e3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2ed371eab16423b" /><Relationship Type="http://schemas.openxmlformats.org/officeDocument/2006/relationships/notesMaster" Target="/ppt/notesMasters/notesMaster1.xml" Id="R4df43fae71cc42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64b36fddb246ad" /><Relationship Type="http://schemas.openxmlformats.org/officeDocument/2006/relationships/notesMaster" Target="/ppt/notesMasters/notesMaster1.xml" Id="Raf08fcbb0bef4c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74ba5128f8e44e0" /><Relationship Type="http://schemas.openxmlformats.org/officeDocument/2006/relationships/notesMaster" Target="/ppt/notesMasters/notesMaster1.xml" Id="Rba678e1ec2ad4e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3b0341662542d2" /><Relationship Type="http://schemas.openxmlformats.org/officeDocument/2006/relationships/notesMaster" Target="/ppt/notesMasters/notesMaster1.xml" Id="R8105580252e248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3b29bfe6654689" /><Relationship Type="http://schemas.openxmlformats.org/officeDocument/2006/relationships/notesMaster" Target="/ppt/notesMasters/notesMaster1.xml" Id="Rb2ae4215b18c42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d2899ed15060497b" /><Relationship Type="http://schemas.openxmlformats.org/officeDocument/2006/relationships/notesMaster" Target="/ppt/notesMasters/notesMaster1.xml" Id="R09b487ff801c4e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c6eef5cd0bbc4b76" /><Relationship Type="http://schemas.openxmlformats.org/officeDocument/2006/relationships/notesMaster" Target="/ppt/notesMasters/notesMaster1.xml" Id="Rf0e26dc3980846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7b6cc365e04420a" /><Relationship Type="http://schemas.openxmlformats.org/officeDocument/2006/relationships/notesMaster" Target="/ppt/notesMasters/notesMaster1.xml" Id="R80b0c9ce8b4747d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5f6b608ce44cb1" /><Relationship Type="http://schemas.openxmlformats.org/officeDocument/2006/relationships/notesMaster" Target="/ppt/notesMasters/notesMaster1.xml" Id="Rd73e14fb8285419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b86d92d33142f3" /><Relationship Type="http://schemas.openxmlformats.org/officeDocument/2006/relationships/notesMaster" Target="/ppt/notesMasters/notesMaster1.xml" Id="R9acbcd6824d74bd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84a9fa9c9ae460f" /><Relationship Type="http://schemas.openxmlformats.org/officeDocument/2006/relationships/notesMaster" Target="/ppt/notesMasters/notesMaster1.xml" Id="R4c330a2cb9c048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2dfb979889c4dcf" /><Relationship Type="http://schemas.openxmlformats.org/officeDocument/2006/relationships/notesMaster" Target="/ppt/notesMasters/notesMaster1.xml" Id="R56438e279285429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811cb8153ff49a5" /><Relationship Type="http://schemas.openxmlformats.org/officeDocument/2006/relationships/notesMaster" Target="/ppt/notesMasters/notesMaster1.xml" Id="R23eb41b3c8054b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e5156ff8ae4b80" /><Relationship Type="http://schemas.openxmlformats.org/officeDocument/2006/relationships/notesMaster" Target="/ppt/notesMasters/notesMaster1.xml" Id="R926cb982aa374ea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c288f63a684ba4" /><Relationship Type="http://schemas.openxmlformats.org/officeDocument/2006/relationships/notesMaster" Target="/ppt/notesMasters/notesMaster1.xml" Id="R678f3624fc164a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Companion describes capable support that stays with the lawyer through the matter. The lawyer directs the work and owns the decision.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Illustrative description of an incomplete business request, not a customer quotation or verified legal scenario. The lawyer receives a question with limited context, identifies material facts and issues, then works through options before advising. Supported directionally by brand_pitch.md and the four exploratory counsel interviews in output/research/raw/interviews/in-house-counsel/, which discuss incomplete intake, unfamiliar questions, verification effort and business context. The problem is the work required to understand enough to advise. Context storage or reconstruction is not the central product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brand_pitch.md, docs/PRD.md, vault/00_System/user.md and the founder’s current direction. The companion works alongside the lawyer and adapts to the lawyer’s style. It helps the lawyer explore the issue while the lawyer keeps control.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11.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57ab3eec934d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d7b7e3036d4c73" /><Relationship Type="http://schemas.openxmlformats.org/officeDocument/2006/relationships/slideLayout" Target="/ppt/slideLayouts/slideLayout1.xml" Id="Ra939309a2d2541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9309a2d2541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63ab7093c23411f" /><Relationship Type="http://schemas.openxmlformats.org/officeDocument/2006/relationships/image" Target="/ppt/media/image.png" Id="Rf70eb5d323484207" /><Relationship Type="http://schemas.openxmlformats.org/officeDocument/2006/relationships/notesSlide" Target="/ppt/notesSlides/notesSlide1.xml" Id="R1736bf58349940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b834f5110554d8d" /><Relationship Type="http://schemas.openxmlformats.org/officeDocument/2006/relationships/notesSlide" Target="/ppt/notesSlides/notesSlide2.xml" Id="Rfd33a490708044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376bfeec1894944" /><Relationship Type="http://schemas.openxmlformats.org/officeDocument/2006/relationships/notesSlide" Target="/ppt/notesSlides/notesSlide3.xml" Id="R8f6aaf3d9ba84f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13c96793aca453d" /><Relationship Type="http://schemas.openxmlformats.org/officeDocument/2006/relationships/notesSlide" Target="/ppt/notesSlides/notesSlide4.xml" Id="Ra85b7503806c487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0c10afbfea45ad" /><Relationship Type="http://schemas.openxmlformats.org/officeDocument/2006/relationships/image" Target="/ppt/media/image2.png" Id="R1701fcb458514234" /><Relationship Type="http://schemas.openxmlformats.org/officeDocument/2006/relationships/notesSlide" Target="/ppt/notesSlides/notesSlide5.xml" Id="R92f263d0c4594e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7f1553819d4d44" /><Relationship Type="http://schemas.openxmlformats.org/officeDocument/2006/relationships/notesSlide" Target="/ppt/notesSlides/notesSlide6.xml" Id="R92a00c0a08cd4d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6f10c474b774d1f" /><Relationship Type="http://schemas.openxmlformats.org/officeDocument/2006/relationships/notesSlide" Target="/ppt/notesSlides/notesSlide7.xml" Id="Rdc8e210b7a1440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5ff9cb44ac4c9c" /><Relationship Type="http://schemas.openxmlformats.org/officeDocument/2006/relationships/notesSlide" Target="/ppt/notesSlides/notesSlide8.xml" Id="R67fc508ecc2744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5e4fa2bae64fc9" /><Relationship Type="http://schemas.openxmlformats.org/officeDocument/2006/relationships/notesSlide" Target="/ppt/notesSlides/notesSlide9.xml" Id="R4ca047d9f1914d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4f747bee086442d" /><Relationship Type="http://schemas.openxmlformats.org/officeDocument/2006/relationships/notesSlide" Target="/ppt/notesSlides/notesSlide10.xml" Id="Reb1b90d46e9442b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441844768c40c5" /><Relationship Type="http://schemas.openxmlformats.org/officeDocument/2006/relationships/notesSlide" Target="/ppt/notesSlides/notesSlide11.xml" Id="Rf905cf2ee88541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6e1c54fb5ea4244" /><Relationship Type="http://schemas.openxmlformats.org/officeDocument/2006/relationships/notesSlide" Target="/ppt/notesSlides/notesSlide12.xml" Id="R2e2218925aee47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4decdb54e984848" /><Relationship Type="http://schemas.openxmlformats.org/officeDocument/2006/relationships/notesSlide" Target="/ppt/notesSlides/notesSlide13.xml" Id="Rf2c879a769e44ae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652b19f2a224a75" /><Relationship Type="http://schemas.openxmlformats.org/officeDocument/2006/relationships/notesSlide" Target="/ppt/notesSlides/notesSlide14.xml" Id="R0aa6c6232fbf4c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d28c07c98a24091" /><Relationship Type="http://schemas.openxmlformats.org/officeDocument/2006/relationships/notesSlide" Target="/ppt/notesSlides/notesSlide15.xml" Id="R386268710c034b5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94e521fa484070" /><Relationship Type="http://schemas.openxmlformats.org/officeDocument/2006/relationships/image" Target="/ppt/media/image3.png" Id="R788489b4069044e4" /><Relationship Type="http://schemas.openxmlformats.org/officeDocument/2006/relationships/notesSlide" Target="/ppt/notesSlides/notesSlide16.xml" Id="Re49d7b0b91a940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54e9d2ede5e46d8" /><Relationship Type="http://schemas.openxmlformats.org/officeDocument/2006/relationships/notesSlide" Target="/ppt/notesSlides/notesSlide17.xml" Id="Rc6c0bbe858204f7b"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70eb5d323484207"/>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2D5944-C238-448F-A8B8-FDE38BF5C178}"/>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CAB71984-A481-42A8-9075-64E2956E687E}"/>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5BC7F1B-B72F-41AB-B525-B9071ADEA1EA}"/>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D1D43EC3-D356-4305-AF34-38C06EEB433D}"/>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companion</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A3080508-7AF3-4756-9C60-A73221D631E4}"/>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8F736D2B-316F-45F8-B1E5-F2A355C40284}"/>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514973461"/>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4496A4-6C1F-4FCB-BA63-AAF6E6582711}"/>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04FB995D-9FE1-4705-9ACD-1A09E90F82C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question arrives before the full picture</a:t>
            </a:r>
          </a:p>
        </p:txBody>
      </p:sp>
      <p:sp>
        <p:nvSpPr>
          <p:cNvPr id="3" name="">
            <a:extLst xmlns:a="http://schemas.openxmlformats.org/drawingml/2006/main">
              <a:ext uri="{FF2B5EF4-FFF2-40B4-BE49-F238E27FC236}">
                <a16:creationId xmlns:a16="http://schemas.microsoft.com/office/drawing/2014/main" id="{0CF0207D-664B-4173-9B8B-EDACC4E7748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5724490-CE74-44AB-A390-E73D5C316DB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A59F99CC-D1F0-4536-9B2A-5E451D1C08E8}"/>
              </a:ext>
            </a:extLst>
          </p:cNvPr>
          <p:cNvSpPr>
            <a:spLocks xmlns:a="http://schemas.openxmlformats.org/drawingml/2006/main" noGrp="1"/>
          </p:cNvSpPr>
          <p:nvPr/>
        </p:nvSpPr>
        <p:spPr>
          <a:xfrm xmlns:a="http://schemas.openxmlformats.org/drawingml/2006/main">
            <a:off x="609600" y="2276475"/>
            <a:ext cx="1081087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A team asks about using customer data for a new feature.</a:t>
            </a:r>
          </a:p>
          <a:p xmlns:a="http://schemas.openxmlformats.org/drawingml/2006/main">
            <a:pPr>
              <a:lnSpc>
                <a:spcPct val="108000"/>
              </a:lnSpc>
              <a:buNone/>
              <a:defRPr sz="2475" b="0">
                <a:solidFill>
                  <a:srgbClr val="17243E"/>
                </a:solidFill>
                <a:latin typeface="Georgia"/>
                <a:ea typeface="Georgia"/>
                <a:cs typeface="Georgia"/>
              </a:defRPr>
            </a:pPr>
            <a:r>
              <a:rPr sz="2475" b="0">
                <a:solidFill>
                  <a:srgbClr val="17243E"/>
                </a:solidFill>
                <a:latin typeface="Georgia"/>
                <a:ea typeface="Georgia"/>
                <a:cs typeface="Georgia"/>
              </a:rPr>
              <a:t>The request says little about the data or the permissions already given.</a:t>
            </a:r>
          </a:p>
        </p:txBody>
      </p:sp>
      <p:sp>
        <p:nvSpPr>
          <p:cNvPr id="6" name="">
            <a:extLst xmlns:a="http://schemas.openxmlformats.org/drawingml/2006/main">
              <a:ext uri="{FF2B5EF4-FFF2-40B4-BE49-F238E27FC236}">
                <a16:creationId xmlns:a16="http://schemas.microsoft.com/office/drawing/2014/main" id="{EE03DB19-BE5F-4264-A68C-E757743BD2FF}"/>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WORK BEHIND THE ADVICE</a:t>
            </a:r>
          </a:p>
        </p:txBody>
      </p:sp>
      <p:sp>
        <p:nvSpPr>
          <p:cNvPr id="7" name="">
            <a:extLst xmlns:a="http://schemas.openxmlformats.org/drawingml/2006/main">
              <a:ext uri="{FF2B5EF4-FFF2-40B4-BE49-F238E27FC236}">
                <a16:creationId xmlns:a16="http://schemas.microsoft.com/office/drawing/2014/main" id="{D3C9EEFC-01A7-4DB4-9F00-3395E96DED6C}"/>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Clarify the goal and missing facts.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Investigate the issues and options.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Test what could change the advice.</a:t>
            </a:r>
          </a:p>
        </p:txBody>
      </p:sp>
      <p:sp>
        <p:nvSpPr>
          <p:cNvPr id="8" name="">
            <a:extLst xmlns:a="http://schemas.openxmlformats.org/drawingml/2006/main">
              <a:ext uri="{FF2B5EF4-FFF2-40B4-BE49-F238E27FC236}">
                <a16:creationId xmlns:a16="http://schemas.microsoft.com/office/drawing/2014/main" id="{9C8E7660-08F2-48CC-A49F-BB8DC61E8AC3}"/>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WORKING THROUGH IT ALONE</a:t>
            </a:r>
          </a:p>
        </p:txBody>
      </p:sp>
      <p:sp>
        <p:nvSpPr>
          <p:cNvPr id="9" name="">
            <a:extLst xmlns:a="http://schemas.openxmlformats.org/drawingml/2006/main">
              <a:ext uri="{FF2B5EF4-FFF2-40B4-BE49-F238E27FC236}">
                <a16:creationId xmlns:a16="http://schemas.microsoft.com/office/drawing/2014/main" id="{174E4314-EDA7-44E1-ABA9-ADADF8930F2D}"/>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Research and preparation take time.</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The business is waiting for judgment</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it can act on.</a:t>
            </a:r>
          </a:p>
        </p:txBody>
      </p:sp>
      <p:sp>
        <p:nvSpPr>
          <p:cNvPr id="10" name="">
            <a:extLst xmlns:a="http://schemas.openxmlformats.org/drawingml/2006/main">
              <a:ext uri="{FF2B5EF4-FFF2-40B4-BE49-F238E27FC236}">
                <a16:creationId xmlns:a16="http://schemas.microsoft.com/office/drawing/2014/main" id="{DCFE5185-E3C5-4009-9D51-E9390219D5B0}"/>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1759138124"/>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ADD88C8-D792-4058-BA39-E194E915A07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45AFB0E3-EF82-44EA-8A2D-49C19379D01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companion,</a:t>
            </a:r>
          </a:p>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built around the lawyer</a:t>
            </a:r>
          </a:p>
        </p:txBody>
      </p:sp>
      <p:sp>
        <p:nvSpPr>
          <p:cNvPr id="3" name="">
            <a:extLst xmlns:a="http://schemas.openxmlformats.org/drawingml/2006/main">
              <a:ext uri="{FF2B5EF4-FFF2-40B4-BE49-F238E27FC236}">
                <a16:creationId xmlns:a16="http://schemas.microsoft.com/office/drawing/2014/main" id="{86A9FD88-123E-45D7-AA16-694B11A79222}"/>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37FC94BE-0B58-4E63-9BA8-11F559B5199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681E5ADA-7FF1-4D48-9D9C-62E461955E95}"/>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legal companion.</a:t>
            </a:r>
          </a:p>
        </p:txBody>
      </p:sp>
      <p:sp>
        <p:nvSpPr>
          <p:cNvPr id="6" name="">
            <a:extLst xmlns:a="http://schemas.openxmlformats.org/drawingml/2006/main">
              <a:ext uri="{FF2B5EF4-FFF2-40B4-BE49-F238E27FC236}">
                <a16:creationId xmlns:a16="http://schemas.microsoft.com/office/drawing/2014/main" id="{6CFB5698-1D53-4EDD-9FBC-6237710AFA4C}"/>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908A6F62-A9D8-4A1B-B147-CB7C17ED95A6}"/>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6AE6AF4D-C0C9-4452-805F-1D6855E81213}"/>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D9082EE6-FF80-428C-BD0C-C17C5CAD117C}"/>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9C605B70-FEC2-473A-ADE8-1699690AAF40}"/>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409665499"/>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46FFD2D-4BF7-4E08-BA8E-C2363DBCC0EA}"/>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FA792373-F1D6-4E89-8CB5-799DB062D9A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hides a second decision</a:t>
            </a:r>
          </a:p>
        </p:txBody>
      </p:sp>
      <p:sp>
        <p:nvSpPr>
          <p:cNvPr id="3" name="">
            <a:extLst xmlns:a="http://schemas.openxmlformats.org/drawingml/2006/main">
              <a:ext uri="{FF2B5EF4-FFF2-40B4-BE49-F238E27FC236}">
                <a16:creationId xmlns:a16="http://schemas.microsoft.com/office/drawing/2014/main" id="{A1CEB388-256C-4BD0-9E00-02BFD7B8AAB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D3B984F-86EB-473E-BB77-48E41330BC1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8967342F-1604-4D8B-9B2D-D02DB4EF6EB6}"/>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B3DE1033-8EED-424A-8169-A7BCDD981810}"/>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we keep bank connections live during the migration?”</a:t>
            </a:r>
          </a:p>
        </p:txBody>
      </p:sp>
      <p:sp>
        <p:nvSpPr>
          <p:cNvPr id="7" name="">
            <a:extLst xmlns:a="http://schemas.openxmlformats.org/drawingml/2006/main">
              <a:ext uri="{FF2B5EF4-FFF2-40B4-BE49-F238E27FC236}">
                <a16:creationId xmlns:a16="http://schemas.microsoft.com/office/drawing/2014/main" id="{02975D5B-B579-471C-8B44-1E8297397C39}"/>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3808D618-709F-43EB-9781-FFD6BA15D0EC}"/>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3AF33B6F-6F19-4B4A-BB82-720B427FB754}"/>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B9CD7FEF-17BF-454B-A73C-4B9D17A71C35}"/>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consent for new uses.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choose when customers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must authorize the migration.</a:t>
            </a:r>
          </a:p>
        </p:txBody>
      </p:sp>
      <p:sp>
        <p:nvSpPr>
          <p:cNvPr id="11" name="">
            <a:extLst xmlns:a="http://schemas.openxmlformats.org/drawingml/2006/main">
              <a:ext uri="{FF2B5EF4-FFF2-40B4-BE49-F238E27FC236}">
                <a16:creationId xmlns:a16="http://schemas.microsoft.com/office/drawing/2014/main" id="{2EFC09F6-0052-4A1C-8124-5BF4E83A50DD}"/>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F8CD860A-61C8-43A1-A666-B81250E0CE4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479456472"/>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C17EE0D0-703A-42DA-9881-8CD9CFDCAC67}"/>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E5BA5F5D-4861-43EB-8EC2-1671CD225602}"/>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lawyer has a basis for the advice</ns1:t>
            </ns1:r>
          </ns1:p>
        </ns0:txBody>
      </ns0:sp>
      <ns0:sp>
        <ns0:nvSpPr>
          <ns0:cNvPr id="3" name="">
            <ns1:extLst>
              <ns1:ext uri="{FF2B5EF4-FFF2-40B4-BE49-F238E27FC236}">
                <ns2:creationId id="{C12B92AA-F24A-4BDC-8A3D-11D7DA4B5514}"/>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68631BBD-6440-473D-BF87-907DC0D04E92}"/>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1701fcb458514234"/>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D77DA00C-572F-4897-A150-EA4A3639819A}"/>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RELAY DEMO</ns1:t>
            </ns1:r>
          </ns1:p>
        </ns0:txBody>
      </ns0:sp>
      <ns0:sp>
        <ns0:nvSpPr>
          <ns0:cNvPr id="7" name="">
            <ns1:extLst>
              <ns1:ext uri="{FF2B5EF4-FFF2-40B4-BE49-F238E27FC236}">
                <ns2:creationId id="{6CE42E77-05C6-443A-A817-5375BED47FE5}"/>
              </ns1:ext>
            </ns1:extLst>
          </ns0:cNvPr>
          <ns0:cNvSpPr>
            <ns1:spLocks noGrp="1"/>
          </ns0:cNvSpPr>
          <ns0:nvPr/>
        </ns0:nvSpPr>
        <ns0:spPr>
          <ns1:xfrm>
            <ns1:off x="9182100" y="2924175"/>
            <ns1:ext cx="2362200" cy="11239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draft note sets out</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 proposed path</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its conditions.</ns1:t>
            </ns1:r>
          </ns1:p>
        </ns0:txBody>
      </ns0:sp>
      <ns0:sp>
        <ns0:nvSpPr>
          <ns0:cNvPr id="8" name="">
            <ns1:extLst>
              <ns1:ext uri="{FF2B5EF4-FFF2-40B4-BE49-F238E27FC236}">
                <ns2:creationId id="{ECCEF3CB-07BA-4D4F-ADD9-FFF776ABDCD4}"/>
              </ns1:ext>
            </ns1:extLst>
          </ns0:cNvPr>
          <ns0:cNvSpPr>
            <ns1:spLocks noGrp="1"/>
          </ns0:cNvSpPr>
          <ns0:nvPr/>
        </ns0:nvSpPr>
        <ns0:spPr>
          <ns1:xfrm>
            <ns1:off x="9182100" y="4591050"/>
            <ns1:ext cx="2362200" cy="1228725"/>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The lawyer can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weigh the path</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before advising.</ns1:t>
            </ns1:r>
          </ns1:p>
        </ns0:txBody>
      </ns0:sp>
      <ns0:sp>
        <ns0:nvSpPr>
          <ns0:cNvPr id="9" name="">
            <ns1:extLst>
              <ns1:ext uri="{FF2B5EF4-FFF2-40B4-BE49-F238E27FC236}">
                <ns2:creationId id="{77943977-2B75-4379-A5EA-5174275D500A}"/>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1416217504"/>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21F901E-433A-4615-B51C-DEEDB4EE07C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7482B34E-0B1C-4BA8-8EAE-BAB2B34A372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284E93F0-EC2E-4F5A-821E-CDFA5D5C4CF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6671E6E-3526-48BC-8190-E63E0C6E9B2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649F1A2E-42C2-47FC-9983-998DD3199AF6}"/>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515B78C0-D5F9-4005-95F2-450EEC1BCEBE}"/>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5FC78FD4-FB67-4422-AB0F-B56FAAF97C2F}"/>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D14588E3-6CAE-48B0-9DAE-5B9BE86EE458}"/>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3427B2AF-7805-4E09-8468-C25DA5F4B452}"/>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56853FC2-1191-4F36-BC7E-6A47FF480A04}"/>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ED8226F9-2947-43A3-858B-2C2EDC1FD757}"/>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E4686B4C-5096-4F87-9983-7E4F1CD2837A}"/>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9A000FA0-2CB3-4E2F-B9DE-8989D98786A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833855474"/>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0A70D5-B716-40F7-9B62-F485A8BD32C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02042854-6D26-484C-B4BD-35B935402DE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Legal teams are forming their AI habits</a:t>
            </a:r>
          </a:p>
        </p:txBody>
      </p:sp>
      <p:sp>
        <p:nvSpPr>
          <p:cNvPr id="3" name="">
            <a:extLst xmlns:a="http://schemas.openxmlformats.org/drawingml/2006/main">
              <a:ext uri="{FF2B5EF4-FFF2-40B4-BE49-F238E27FC236}">
                <a16:creationId xmlns:a16="http://schemas.microsoft.com/office/drawing/2014/main" id="{FDCBB603-0869-42DC-BC35-6491C609B48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6AB664E6-98A5-427E-B3C0-93DEAC9BFF9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BFE6019D-DEC7-432A-A63D-BF72110C0C36}"/>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B91E0A79-4786-4E48-8D1C-9E6A4DB3D537}"/>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A84C1F8F-68FD-4D98-A305-E483CBFCA697}"/>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96305007-4806-40F6-9659-FD72C17778A9}"/>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312EE87E-472F-411D-B4FF-B970510041D5}"/>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companion small legal teams turn to as they work through decisions.</a:t>
            </a:r>
          </a:p>
        </p:txBody>
      </p:sp>
      <p:sp>
        <p:nvSpPr>
          <p:cNvPr id="10" name="">
            <a:extLst xmlns:a="http://schemas.openxmlformats.org/drawingml/2006/main">
              <a:ext uri="{FF2B5EF4-FFF2-40B4-BE49-F238E27FC236}">
                <a16:creationId xmlns:a16="http://schemas.microsoft.com/office/drawing/2014/main" id="{38D72B0B-6A60-429B-B9F9-145EF1D8003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3184587"/>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DD5860D-9E99-437A-8C2E-15C16B638DF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2A3CBCE0-093B-43FF-854E-D2A9A0185A4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7571FCD2-A110-491E-B61C-ACBB0DFB531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C5ECBDD-F3B6-47F5-9FC7-867E9B7EA47D}"/>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F9F4B2F-B4C6-407E-AF29-BE4240F27306}"/>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543C9E20-94C2-450C-9826-A8D112959070}"/>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27B2BF67-8EEB-473B-A1F4-4F54DA13EE93}"/>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B01E6EA4-2765-408F-82CC-153C3502712D}"/>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008F5A49-E788-4567-9DB8-B42E0B96509E}"/>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Powerful AI, but more work to direct it.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 decision that cannot wait.</a:t>
            </a:r>
          </a:p>
        </p:txBody>
      </p:sp>
      <p:sp>
        <p:nvSpPr>
          <p:cNvPr id="10" name="">
            <a:extLst xmlns:a="http://schemas.openxmlformats.org/drawingml/2006/main">
              <a:ext uri="{FF2B5EF4-FFF2-40B4-BE49-F238E27FC236}">
                <a16:creationId xmlns:a16="http://schemas.microsoft.com/office/drawing/2014/main" id="{B19726FE-7BAE-4ABD-904D-3E99A344B796}"/>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622FD3A3-E56A-44CC-82EE-6D1312260C9A}"/>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1684337067"/>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3FC57B-E501-4194-8CCE-7E85E9D597FF}"/>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9C9651F5-1EAA-4E09-9F8E-EC2D08067EE1}"/>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legal companion, by subscription</a:t>
            </a:r>
          </a:p>
        </p:txBody>
      </p:sp>
      <p:sp>
        <p:nvSpPr>
          <p:cNvPr id="3" name="">
            <a:extLst xmlns:a="http://schemas.openxmlformats.org/drawingml/2006/main">
              <a:ext uri="{FF2B5EF4-FFF2-40B4-BE49-F238E27FC236}">
                <a16:creationId xmlns:a16="http://schemas.microsoft.com/office/drawing/2014/main" id="{330BF807-22F4-4D35-B890-288F62E594C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C87BA14-4859-4B57-94C3-48597F071E2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F1B664BB-4AD8-4538-AB6D-8FF8A0E747CB}"/>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8C485242-2AA4-4B10-95DC-E44F70C90566}"/>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9C656D8A-3BFE-49F5-AA46-75ED29E035B0}"/>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8627080A-9EF3-40D7-A77C-CFEAE6F6B945}"/>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60A848EE-FC52-4EE6-B4F9-1A65B67EC6A4}"/>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638E544E-1019-41DB-8502-F3F0211F3623}"/>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A506DF36-33C3-44DA-8034-B218D8A1DE08}"/>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Test readiness to advise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and net time saved.</a:t>
            </a:r>
          </a:p>
        </p:txBody>
      </p:sp>
      <p:sp>
        <p:nvSpPr>
          <p:cNvPr id="12" name="">
            <a:extLst xmlns:a="http://schemas.openxmlformats.org/drawingml/2006/main">
              <a:ext uri="{FF2B5EF4-FFF2-40B4-BE49-F238E27FC236}">
                <a16:creationId xmlns:a16="http://schemas.microsoft.com/office/drawing/2014/main" id="{B5C9CECC-CF64-44E2-A5C5-59E4CCCCE52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658523781"/>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E155DB-BC9C-4933-966F-F104B254A103}"/>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A33CADD6-C4CC-479B-9A05-CAF5B11A260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CA914323-BB31-4882-9487-23683821CDA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E471919-C8CA-406B-8012-FF87A5D40CB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8CC9313D-F2F2-47BC-8B65-1A5EC0C28DCC}"/>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CC1AA134-F637-489D-9775-E80186AC1EA2}"/>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F20FAFD5-874B-4C71-BD62-F82385309005}"/>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DC03DDB5-86D3-4495-8ADD-8D6862D7483E}"/>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D7F5FD2F-8ACB-4D51-B01C-4BC5808252C4}"/>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C943965A-FCB4-4792-94D1-F3D5E0B37C1C}"/>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D70D41AA-99D7-499E-9679-EF04E500D3E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2095825022"/>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A47B52A-6F5F-4322-883F-599750F77483}"/>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4B4304B7-C5E3-42FC-ABD5-B9D0A7CF262C}"/>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A8AB239B-6D7C-4582-90BC-D6275468BA5B}"/>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96B4CC22-75D8-4061-B274-C84843883E52}"/>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5AF9C8B7-92DE-4D65-824E-AF9B90DC7152}"/>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4834FA2D-A293-465C-B610-6C34A3A1044B}"/>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1466C7D0-FC34-45AF-9C29-E13A08ED1123}"/>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4D327945-576F-43E0-B5F5-CCEA321BE9F9}"/>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7CE64EE0-E79E-4190-840B-E061C0DF0BDF}"/>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CD7CFFB2-2857-454B-845B-7DD2F0CC292D}"/>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7E8C30C3-24A8-41A2-995A-12E5B77E8497}"/>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1B456756-0CDD-4428-9186-0426FE2109DD}"/>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99F81B66-D571-48BF-928F-22559856B9B6}"/>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824CA3E2-204E-4DF5-985B-C0303A35509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548609013"/>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4F3FA66-C34E-48AD-B3B9-6BE7893E3E98}"/>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E26A05A8-3D40-49C9-A130-4F405CCC3F0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D703E119-401C-47D8-972A-762E198E6AAB}"/>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7C880B5-0BE5-47FE-8BDC-2091C109DB3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2044A6C6-E18B-4CFE-B15D-5336494E7930}"/>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3F01089C-7AD7-427D-8E04-67AC0A26EAEB}"/>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DE8FAE0F-5D90-47C8-BBAF-8E2E24360ED3}"/>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2883C80F-CA6B-48C4-AC1E-41B34D8E534C}"/>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6CE3940D-20FF-4F58-8238-435BE7363A1D}"/>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399E7430-F397-441D-9D54-A7B6D88A070F}"/>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213506977"/>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6B147BF-E45D-439D-8300-6E09AE80452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054308E7-7837-4ACD-A644-BBFB565C25C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7BAE9727-1E35-4C7F-A448-C49A6475E2B4}"/>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6EF78CF-18C6-4EC2-B8E4-AAB67745570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89004BED-7BB7-44C3-86E9-783C73583F34}"/>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AAC499C8-586E-43B7-BBF7-3E3BF7CF5555}"/>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Useful issues surfaced</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902D2033-F156-4090-B308-393A6454EE1C}"/>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5222747C-749B-4578-9392-4D04AB4E12F3}"/>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741B39B8-B1FB-4DB0-9DCC-058400E5C1A3}"/>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07F41AEE-B03B-4738-B20D-9042AB235E0D}"/>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54E77584-7208-405A-B0B9-EBDB19E9001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1822959488"/>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2765106-02D3-4EBC-A944-B44DA854A2E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FE335D05-3CF3-4297-8FB0-2D097F77235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 capable companion for small legal teams</a:t>
            </a:r>
          </a:p>
        </p:txBody>
      </p:sp>
      <p:sp>
        <p:nvSpPr>
          <p:cNvPr id="3" name="">
            <a:extLst xmlns:a="http://schemas.openxmlformats.org/drawingml/2006/main">
              <a:ext uri="{FF2B5EF4-FFF2-40B4-BE49-F238E27FC236}">
                <a16:creationId xmlns:a16="http://schemas.microsoft.com/office/drawing/2014/main" id="{EA1529A7-4A81-4AA9-8A62-8145F87F71A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E570A5D-DB1E-4CF6-87F0-E0750D106AD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5DF952A5-EBB2-4286-905F-07554AC0EB0D}"/>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B8AAADEB-4DB1-43C5-BA89-94CC2324DB8D}"/>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0F76C348-19DA-4560-B137-A3E5A1C150D8}"/>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56CD20F1-42D3-4C3E-B2E8-909A3A73F8E6}"/>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D39AF3BC-A551-46BB-A283-7680AA9AE097}"/>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112311245"/>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D7B2E7-14F2-4AC7-B5ED-CD499AA3A38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C99D92D3-FEA9-4C42-941E-B577B2EBE29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A2DD7E0F-EE68-4659-8553-220ADECDD8B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7F56881-AFB2-4381-B258-D463AFBBBE1A}"/>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D7B2AFD2-377B-4975-9F10-3884D859A2F7}"/>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1320642632"/>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788489b4069044e4"/>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959253364"/>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B0717E-3820-45BB-8882-BA85362068A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F02EB4DB-2F1A-43AA-A039-6AD05ED4B5C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78BE7E80-CD40-4238-A426-8A3F58D2F6C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566E398-C077-4D04-8524-F913E593669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7A9B9F18-508C-4D6F-A008-4F4B6786E88D}"/>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C620BA67-418A-47B1-85A5-9189D4DE3982}"/>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69CA554C-325C-45FF-AD34-9E475D5DD31E}"/>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5A556E51-9005-4EA7-BE85-9D18EAD913A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2984216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2026-09-05T03:33:50.9590000Z</dcterms:created>
  <dcterms:modified xsi:type="dcterms:W3CDTF">2026-09-05T03:33:50.9590000Z</dcterms:modified>
</coreProperties>
</file>